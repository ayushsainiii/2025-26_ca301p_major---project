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87" r:id="rId3"/>
    <p:sldId id="280" r:id="rId4"/>
    <p:sldId id="282" r:id="rId5"/>
    <p:sldId id="283" r:id="rId6"/>
    <p:sldId id="284" r:id="rId7"/>
    <p:sldId id="288" r:id="rId8"/>
    <p:sldId id="289" r:id="rId9"/>
    <p:sldId id="286" r:id="rId10"/>
    <p:sldId id="291" r:id="rId11"/>
    <p:sldId id="292" r:id="rId12"/>
    <p:sldId id="264" r:id="rId13"/>
    <p:sldId id="26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39405-F48F-412C-A728-660FEF046F9E}" v="117" dt="2025-09-14T17:21:07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9"/>
  </p:normalViewPr>
  <p:slideViewPr>
    <p:cSldViewPr snapToGrid="0">
      <p:cViewPr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 patel" userId="1bf44978ef309c6f" providerId="LiveId" clId="{25278EE1-B3F3-43F6-BE1A-5BE3F3972A8D}"/>
    <pc:docChg chg="undo custSel addSld delSld modSld">
      <pc:chgData name="Anshu patel" userId="1bf44978ef309c6f" providerId="LiveId" clId="{25278EE1-B3F3-43F6-BE1A-5BE3F3972A8D}" dt="2025-09-14T17:24:17.600" v="87" actId="403"/>
      <pc:docMkLst>
        <pc:docMk/>
      </pc:docMkLst>
      <pc:sldChg chg="modSp add del mod">
        <pc:chgData name="Anshu patel" userId="1bf44978ef309c6f" providerId="LiveId" clId="{25278EE1-B3F3-43F6-BE1A-5BE3F3972A8D}" dt="2025-09-14T17:21:13.020" v="58" actId="2696"/>
        <pc:sldMkLst>
          <pc:docMk/>
          <pc:sldMk cId="0" sldId="257"/>
        </pc:sldMkLst>
        <pc:spChg chg="mod">
          <ac:chgData name="Anshu patel" userId="1bf44978ef309c6f" providerId="LiveId" clId="{25278EE1-B3F3-43F6-BE1A-5BE3F3972A8D}" dt="2025-09-14T17:20:46.031" v="56" actId="113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Anshu patel" userId="1bf44978ef309c6f" providerId="LiveId" clId="{25278EE1-B3F3-43F6-BE1A-5BE3F3972A8D}" dt="2025-09-14T17:22:54.923" v="72" actId="403"/>
        <pc:sldMkLst>
          <pc:docMk/>
          <pc:sldMk cId="0" sldId="263"/>
        </pc:sldMkLst>
        <pc:spChg chg="mod">
          <ac:chgData name="Anshu patel" userId="1bf44978ef309c6f" providerId="LiveId" clId="{25278EE1-B3F3-43F6-BE1A-5BE3F3972A8D}" dt="2025-09-14T17:16:08.137" v="31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5:53.177" v="28" actId="207"/>
          <ac:spMkLst>
            <pc:docMk/>
            <pc:sldMk cId="0" sldId="263"/>
            <ac:spMk id="6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2:26.962" v="69" actId="113"/>
          <ac:spMkLst>
            <pc:docMk/>
            <pc:sldMk cId="0" sldId="263"/>
            <ac:spMk id="7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7:48.169" v="45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7:33.798" v="43" actId="11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7:11.637" v="38" actId="11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2:44.319" v="71" actId="20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2:54.923" v="72" actId="403"/>
          <ac:spMkLst>
            <pc:docMk/>
            <pc:sldMk cId="0" sldId="263"/>
            <ac:spMk id="22" creationId="{00000000-0000-0000-0000-000000000000}"/>
          </ac:spMkLst>
        </pc:spChg>
        <pc:grpChg chg="mod">
          <ac:chgData name="Anshu patel" userId="1bf44978ef309c6f" providerId="LiveId" clId="{25278EE1-B3F3-43F6-BE1A-5BE3F3972A8D}" dt="2025-09-14T17:15:59.129" v="30" actId="1076"/>
          <ac:grpSpMkLst>
            <pc:docMk/>
            <pc:sldMk cId="0" sldId="263"/>
            <ac:grpSpMk id="4" creationId="{00000000-0000-0000-0000-000000000000}"/>
          </ac:grpSpMkLst>
        </pc:grpChg>
      </pc:sldChg>
      <pc:sldChg chg="modSp mod">
        <pc:chgData name="Anshu patel" userId="1bf44978ef309c6f" providerId="LiveId" clId="{25278EE1-B3F3-43F6-BE1A-5BE3F3972A8D}" dt="2025-09-14T17:23:54.345" v="83" actId="403"/>
        <pc:sldMkLst>
          <pc:docMk/>
          <pc:sldMk cId="0" sldId="266"/>
        </pc:sldMkLst>
        <pc:spChg chg="mod">
          <ac:chgData name="Anshu patel" userId="1bf44978ef309c6f" providerId="LiveId" clId="{25278EE1-B3F3-43F6-BE1A-5BE3F3972A8D}" dt="2025-09-14T17:14:29.016" v="19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3:06.717" v="6" actId="207"/>
          <ac:spMkLst>
            <pc:docMk/>
            <pc:sldMk cId="0" sldId="266"/>
            <ac:spMk id="6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3:11.284" v="75" actId="113"/>
          <ac:spMkLst>
            <pc:docMk/>
            <pc:sldMk cId="0" sldId="266"/>
            <ac:spMk id="7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3:59.359" v="16" actId="207"/>
          <ac:spMkLst>
            <pc:docMk/>
            <pc:sldMk cId="0" sldId="266"/>
            <ac:spMk id="8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4:10.165" v="17" actId="20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3:23.722" v="77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4:42.353" v="20" actId="20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3:34.418" v="79" actId="403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4:59.192" v="22" actId="20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3:44.353" v="81" actId="403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15:20.916" v="25" actId="207"/>
          <ac:spMkLst>
            <pc:docMk/>
            <pc:sldMk cId="0" sldId="266"/>
            <ac:spMk id="23" creationId="{00000000-0000-0000-0000-000000000000}"/>
          </ac:spMkLst>
        </pc:spChg>
        <pc:spChg chg="mod">
          <ac:chgData name="Anshu patel" userId="1bf44978ef309c6f" providerId="LiveId" clId="{25278EE1-B3F3-43F6-BE1A-5BE3F3972A8D}" dt="2025-09-14T17:23:54.345" v="83" actId="403"/>
          <ac:spMkLst>
            <pc:docMk/>
            <pc:sldMk cId="0" sldId="266"/>
            <ac:spMk id="24" creationId="{00000000-0000-0000-0000-000000000000}"/>
          </ac:spMkLst>
        </pc:spChg>
        <pc:grpChg chg="mod">
          <ac:chgData name="Anshu patel" userId="1bf44978ef309c6f" providerId="LiveId" clId="{25278EE1-B3F3-43F6-BE1A-5BE3F3972A8D}" dt="2025-09-14T17:14:29.016" v="19" actId="207"/>
          <ac:grpSpMkLst>
            <pc:docMk/>
            <pc:sldMk cId="0" sldId="266"/>
            <ac:grpSpMk id="4" creationId="{00000000-0000-0000-0000-000000000000}"/>
          </ac:grpSpMkLst>
        </pc:grpChg>
      </pc:sldChg>
      <pc:sldChg chg="modSp mod">
        <pc:chgData name="Anshu patel" userId="1bf44978ef309c6f" providerId="LiveId" clId="{25278EE1-B3F3-43F6-BE1A-5BE3F3972A8D}" dt="2025-09-14T17:24:17.600" v="87" actId="403"/>
        <pc:sldMkLst>
          <pc:docMk/>
          <pc:sldMk cId="0" sldId="291"/>
        </pc:sldMkLst>
        <pc:spChg chg="mod">
          <ac:chgData name="Anshu patel" userId="1bf44978ef309c6f" providerId="LiveId" clId="{25278EE1-B3F3-43F6-BE1A-5BE3F3972A8D}" dt="2025-09-14T17:24:17.600" v="87" actId="403"/>
          <ac:spMkLst>
            <pc:docMk/>
            <pc:sldMk cId="0" sldId="291"/>
            <ac:spMk id="7" creationId="{00000000-0000-0000-0000-000000000000}"/>
          </ac:spMkLst>
        </pc:spChg>
      </pc:sldChg>
      <pc:sldChg chg="modSp add mod">
        <pc:chgData name="Anshu patel" userId="1bf44978ef309c6f" providerId="LiveId" clId="{25278EE1-B3F3-43F6-BE1A-5BE3F3972A8D}" dt="2025-09-14T17:22:06.133" v="66" actId="20577"/>
        <pc:sldMkLst>
          <pc:docMk/>
          <pc:sldMk cId="3810672193" sldId="292"/>
        </pc:sldMkLst>
        <pc:spChg chg="mod">
          <ac:chgData name="Anshu patel" userId="1bf44978ef309c6f" providerId="LiveId" clId="{25278EE1-B3F3-43F6-BE1A-5BE3F3972A8D}" dt="2025-09-14T17:22:06.133" v="66" actId="20577"/>
          <ac:spMkLst>
            <pc:docMk/>
            <pc:sldMk cId="3810672193" sldId="292"/>
            <ac:spMk id="4" creationId="{27B18710-E15E-AD91-ECBA-9E32B08B4A46}"/>
          </ac:spMkLst>
        </pc:spChg>
      </pc:sldChg>
    </pc:docChg>
  </pc:docChgLst>
  <pc:docChgLst>
    <pc:chgData name="Anshu patel" userId="1bf44978ef309c6f" providerId="LiveId" clId="{16D39405-F48F-412C-A728-660FEF046F9E}"/>
    <pc:docChg chg="undo custSel addSld delSld modSld">
      <pc:chgData name="Anshu patel" userId="1bf44978ef309c6f" providerId="LiveId" clId="{16D39405-F48F-412C-A728-660FEF046F9E}" dt="2025-09-08T04:15:38.985" v="696" actId="2696"/>
      <pc:docMkLst>
        <pc:docMk/>
      </pc:docMkLst>
      <pc:sldChg chg="del">
        <pc:chgData name="Anshu patel" userId="1bf44978ef309c6f" providerId="LiveId" clId="{16D39405-F48F-412C-A728-660FEF046F9E}" dt="2025-08-31T17:55:10.438" v="1" actId="2696"/>
        <pc:sldMkLst>
          <pc:docMk/>
          <pc:sldMk cId="1493161671" sldId="256"/>
        </pc:sldMkLst>
      </pc:sldChg>
      <pc:sldChg chg="add del">
        <pc:chgData name="Anshu patel" userId="1bf44978ef309c6f" providerId="LiveId" clId="{16D39405-F48F-412C-A728-660FEF046F9E}" dt="2025-08-31T18:01:08.668" v="15" actId="2696"/>
        <pc:sldMkLst>
          <pc:docMk/>
          <pc:sldMk cId="1596182739" sldId="257"/>
        </pc:sldMkLst>
      </pc:sldChg>
      <pc:sldChg chg="modSp del mod">
        <pc:chgData name="Anshu patel" userId="1bf44978ef309c6f" providerId="LiveId" clId="{16D39405-F48F-412C-A728-660FEF046F9E}" dt="2025-08-31T19:26:42.625" v="515" actId="2696"/>
        <pc:sldMkLst>
          <pc:docMk/>
          <pc:sldMk cId="4117151486" sldId="258"/>
        </pc:sldMkLst>
      </pc:sldChg>
      <pc:sldChg chg="addSp delSp modSp del mod">
        <pc:chgData name="Anshu patel" userId="1bf44978ef309c6f" providerId="LiveId" clId="{16D39405-F48F-412C-A728-660FEF046F9E}" dt="2025-08-31T18:19:51.487" v="82" actId="2696"/>
        <pc:sldMkLst>
          <pc:docMk/>
          <pc:sldMk cId="2115622822" sldId="259"/>
        </pc:sldMkLst>
      </pc:sldChg>
      <pc:sldChg chg="del">
        <pc:chgData name="Anshu patel" userId="1bf44978ef309c6f" providerId="LiveId" clId="{16D39405-F48F-412C-A728-660FEF046F9E}" dt="2025-08-31T18:20:08.083" v="85" actId="2696"/>
        <pc:sldMkLst>
          <pc:docMk/>
          <pc:sldMk cId="807820237" sldId="260"/>
        </pc:sldMkLst>
      </pc:sldChg>
      <pc:sldChg chg="modSp del">
        <pc:chgData name="Anshu patel" userId="1bf44978ef309c6f" providerId="LiveId" clId="{16D39405-F48F-412C-A728-660FEF046F9E}" dt="2025-08-31T18:19:59.637" v="83" actId="2696"/>
        <pc:sldMkLst>
          <pc:docMk/>
          <pc:sldMk cId="144246171" sldId="261"/>
        </pc:sldMkLst>
      </pc:sldChg>
      <pc:sldChg chg="modSp add del">
        <pc:chgData name="Anshu patel" userId="1bf44978ef309c6f" providerId="LiveId" clId="{16D39405-F48F-412C-A728-660FEF046F9E}" dt="2025-08-31T19:09:46.984" v="496" actId="2696"/>
        <pc:sldMkLst>
          <pc:docMk/>
          <pc:sldMk cId="2664996811" sldId="262"/>
        </pc:sldMkLst>
      </pc:sldChg>
      <pc:sldChg chg="add del setBg modNotes">
        <pc:chgData name="Anshu patel" userId="1bf44978ef309c6f" providerId="LiveId" clId="{16D39405-F48F-412C-A728-660FEF046F9E}" dt="2025-09-07T16:56:03.762" v="576"/>
        <pc:sldMkLst>
          <pc:docMk/>
          <pc:sldMk cId="0" sldId="263"/>
        </pc:sldMkLst>
      </pc:sldChg>
      <pc:sldChg chg="modSp del">
        <pc:chgData name="Anshu patel" userId="1bf44978ef309c6f" providerId="LiveId" clId="{16D39405-F48F-412C-A728-660FEF046F9E}" dt="2025-08-31T18:20:04.188" v="84" actId="2696"/>
        <pc:sldMkLst>
          <pc:docMk/>
          <pc:sldMk cId="3642173662" sldId="263"/>
        </pc:sldMkLst>
      </pc:sldChg>
      <pc:sldChg chg="modSp del">
        <pc:chgData name="Anshu patel" userId="1bf44978ef309c6f" providerId="LiveId" clId="{16D39405-F48F-412C-A728-660FEF046F9E}" dt="2025-08-31T19:09:51.338" v="497" actId="2696"/>
        <pc:sldMkLst>
          <pc:docMk/>
          <pc:sldMk cId="1514727842" sldId="264"/>
        </pc:sldMkLst>
      </pc:sldChg>
      <pc:sldChg chg="add">
        <pc:chgData name="Anshu patel" userId="1bf44978ef309c6f" providerId="LiveId" clId="{16D39405-F48F-412C-A728-660FEF046F9E}" dt="2025-09-07T16:37:13.299" v="517"/>
        <pc:sldMkLst>
          <pc:docMk/>
          <pc:sldMk cId="2221271097" sldId="264"/>
        </pc:sldMkLst>
      </pc:sldChg>
      <pc:sldChg chg="add setBg modNotes">
        <pc:chgData name="Anshu patel" userId="1bf44978ef309c6f" providerId="LiveId" clId="{16D39405-F48F-412C-A728-660FEF046F9E}" dt="2025-09-07T16:58:10.484" v="578"/>
        <pc:sldMkLst>
          <pc:docMk/>
          <pc:sldMk cId="0" sldId="266"/>
        </pc:sldMkLst>
      </pc:sldChg>
      <pc:sldChg chg="modSp del mod">
        <pc:chgData name="Anshu patel" userId="1bf44978ef309c6f" providerId="LiveId" clId="{16D39405-F48F-412C-A728-660FEF046F9E}" dt="2025-08-31T19:09:55.599" v="498" actId="2696"/>
        <pc:sldMkLst>
          <pc:docMk/>
          <pc:sldMk cId="3998786505" sldId="266"/>
        </pc:sldMkLst>
      </pc:sldChg>
      <pc:sldChg chg="modSp del mod">
        <pc:chgData name="Anshu patel" userId="1bf44978ef309c6f" providerId="LiveId" clId="{16D39405-F48F-412C-A728-660FEF046F9E}" dt="2025-08-31T19:09:59.798" v="499" actId="2696"/>
        <pc:sldMkLst>
          <pc:docMk/>
          <pc:sldMk cId="3917661257" sldId="267"/>
        </pc:sldMkLst>
      </pc:sldChg>
      <pc:sldChg chg="del">
        <pc:chgData name="Anshu patel" userId="1bf44978ef309c6f" providerId="LiveId" clId="{16D39405-F48F-412C-A728-660FEF046F9E}" dt="2025-08-31T19:10:08.917" v="501" actId="2696"/>
        <pc:sldMkLst>
          <pc:docMk/>
          <pc:sldMk cId="3709787471" sldId="268"/>
        </pc:sldMkLst>
      </pc:sldChg>
      <pc:sldChg chg="del">
        <pc:chgData name="Anshu patel" userId="1bf44978ef309c6f" providerId="LiveId" clId="{16D39405-F48F-412C-A728-660FEF046F9E}" dt="2025-08-31T19:10:05.370" v="500" actId="2696"/>
        <pc:sldMkLst>
          <pc:docMk/>
          <pc:sldMk cId="1329742295" sldId="269"/>
        </pc:sldMkLst>
      </pc:sldChg>
      <pc:sldChg chg="del">
        <pc:chgData name="Anshu patel" userId="1bf44978ef309c6f" providerId="LiveId" clId="{16D39405-F48F-412C-A728-660FEF046F9E}" dt="2025-08-31T18:00:38.169" v="13" actId="2696"/>
        <pc:sldMkLst>
          <pc:docMk/>
          <pc:sldMk cId="3091055730" sldId="270"/>
        </pc:sldMkLst>
      </pc:sldChg>
      <pc:sldChg chg="add">
        <pc:chgData name="Anshu patel" userId="1bf44978ef309c6f" providerId="LiveId" clId="{16D39405-F48F-412C-A728-660FEF046F9E}" dt="2025-08-31T17:55:06.521" v="0"/>
        <pc:sldMkLst>
          <pc:docMk/>
          <pc:sldMk cId="2218160854" sldId="271"/>
        </pc:sldMkLst>
      </pc:sldChg>
      <pc:sldChg chg="addSp delSp modSp add del mod">
        <pc:chgData name="Anshu patel" userId="1bf44978ef309c6f" providerId="LiveId" clId="{16D39405-F48F-412C-A728-660FEF046F9E}" dt="2025-08-31T19:02:23.100" v="447" actId="2696"/>
        <pc:sldMkLst>
          <pc:docMk/>
          <pc:sldMk cId="1698037997" sldId="272"/>
        </pc:sldMkLst>
      </pc:sldChg>
      <pc:sldChg chg="add del">
        <pc:chgData name="Anshu patel" userId="1bf44978ef309c6f" providerId="LiveId" clId="{16D39405-F48F-412C-A728-660FEF046F9E}" dt="2025-08-31T19:07:33.285" v="478" actId="2696"/>
        <pc:sldMkLst>
          <pc:docMk/>
          <pc:sldMk cId="162201654" sldId="273"/>
        </pc:sldMkLst>
      </pc:sldChg>
      <pc:sldChg chg="add del">
        <pc:chgData name="Anshu patel" userId="1bf44978ef309c6f" providerId="LiveId" clId="{16D39405-F48F-412C-A728-660FEF046F9E}" dt="2025-08-31T19:08:55.277" v="489" actId="2696"/>
        <pc:sldMkLst>
          <pc:docMk/>
          <pc:sldMk cId="3626075258" sldId="274"/>
        </pc:sldMkLst>
      </pc:sldChg>
      <pc:sldChg chg="add del">
        <pc:chgData name="Anshu patel" userId="1bf44978ef309c6f" providerId="LiveId" clId="{16D39405-F48F-412C-A728-660FEF046F9E}" dt="2025-08-31T19:09:02.183" v="490" actId="2696"/>
        <pc:sldMkLst>
          <pc:docMk/>
          <pc:sldMk cId="1886764064" sldId="275"/>
        </pc:sldMkLst>
      </pc:sldChg>
      <pc:sldChg chg="add del">
        <pc:chgData name="Anshu patel" userId="1bf44978ef309c6f" providerId="LiveId" clId="{16D39405-F48F-412C-A728-660FEF046F9E}" dt="2025-08-31T19:09:06.526" v="491" actId="2696"/>
        <pc:sldMkLst>
          <pc:docMk/>
          <pc:sldMk cId="1210043364" sldId="276"/>
        </pc:sldMkLst>
      </pc:sldChg>
      <pc:sldChg chg="add del">
        <pc:chgData name="Anshu patel" userId="1bf44978ef309c6f" providerId="LiveId" clId="{16D39405-F48F-412C-A728-660FEF046F9E}" dt="2025-08-31T19:09:09.546" v="492" actId="2696"/>
        <pc:sldMkLst>
          <pc:docMk/>
          <pc:sldMk cId="331132474" sldId="277"/>
        </pc:sldMkLst>
      </pc:sldChg>
      <pc:sldChg chg="addSp delSp modSp new del mod">
        <pc:chgData name="Anshu patel" userId="1bf44978ef309c6f" providerId="LiveId" clId="{16D39405-F48F-412C-A728-660FEF046F9E}" dt="2025-09-07T16:39:27.663" v="530" actId="2696"/>
        <pc:sldMkLst>
          <pc:docMk/>
          <pc:sldMk cId="1521525195" sldId="278"/>
        </pc:sldMkLst>
      </pc:sldChg>
      <pc:sldChg chg="addSp delSp modSp new del mod">
        <pc:chgData name="Anshu patel" userId="1bf44978ef309c6f" providerId="LiveId" clId="{16D39405-F48F-412C-A728-660FEF046F9E}" dt="2025-08-31T18:48:37.605" v="388" actId="2696"/>
        <pc:sldMkLst>
          <pc:docMk/>
          <pc:sldMk cId="1403408815" sldId="279"/>
        </pc:sldMkLst>
      </pc:sldChg>
      <pc:sldChg chg="modSp new mod">
        <pc:chgData name="Anshu patel" userId="1bf44978ef309c6f" providerId="LiveId" clId="{16D39405-F48F-412C-A728-660FEF046F9E}" dt="2025-08-31T18:41:30.961" v="317" actId="113"/>
        <pc:sldMkLst>
          <pc:docMk/>
          <pc:sldMk cId="2214650776" sldId="280"/>
        </pc:sldMkLst>
        <pc:spChg chg="mod">
          <ac:chgData name="Anshu patel" userId="1bf44978ef309c6f" providerId="LiveId" clId="{16D39405-F48F-412C-A728-660FEF046F9E}" dt="2025-08-31T18:41:30.961" v="317" actId="113"/>
          <ac:spMkLst>
            <pc:docMk/>
            <pc:sldMk cId="2214650776" sldId="280"/>
            <ac:spMk id="2" creationId="{76A182F0-90DA-7651-8E97-3C50B2E4132E}"/>
          </ac:spMkLst>
        </pc:spChg>
        <pc:spChg chg="mod">
          <ac:chgData name="Anshu patel" userId="1bf44978ef309c6f" providerId="LiveId" clId="{16D39405-F48F-412C-A728-660FEF046F9E}" dt="2025-08-31T18:39:25.903" v="264" actId="403"/>
          <ac:spMkLst>
            <pc:docMk/>
            <pc:sldMk cId="2214650776" sldId="280"/>
            <ac:spMk id="3" creationId="{0D0567D0-C46D-867D-950E-6B289C4858A4}"/>
          </ac:spMkLst>
        </pc:spChg>
      </pc:sldChg>
      <pc:sldChg chg="add del">
        <pc:chgData name="Anshu patel" userId="1bf44978ef309c6f" providerId="LiveId" clId="{16D39405-F48F-412C-A728-660FEF046F9E}" dt="2025-08-31T19:02:15.869" v="446" actId="2696"/>
        <pc:sldMkLst>
          <pc:docMk/>
          <pc:sldMk cId="0" sldId="281"/>
        </pc:sldMkLst>
      </pc:sldChg>
      <pc:sldChg chg="modSp new mod">
        <pc:chgData name="Anshu patel" userId="1bf44978ef309c6f" providerId="LiveId" clId="{16D39405-F48F-412C-A728-660FEF046F9E}" dt="2025-08-31T18:53:13.598" v="445" actId="5793"/>
        <pc:sldMkLst>
          <pc:docMk/>
          <pc:sldMk cId="135043736" sldId="282"/>
        </pc:sldMkLst>
        <pc:spChg chg="mod">
          <ac:chgData name="Anshu patel" userId="1bf44978ef309c6f" providerId="LiveId" clId="{16D39405-F48F-412C-A728-660FEF046F9E}" dt="2025-08-31T18:48:15.084" v="386" actId="404"/>
          <ac:spMkLst>
            <pc:docMk/>
            <pc:sldMk cId="135043736" sldId="282"/>
            <ac:spMk id="2" creationId="{4B11E6B8-C33C-AFCC-BA2C-61FBF1F0DA06}"/>
          </ac:spMkLst>
        </pc:spChg>
        <pc:spChg chg="mod">
          <ac:chgData name="Anshu patel" userId="1bf44978ef309c6f" providerId="LiveId" clId="{16D39405-F48F-412C-A728-660FEF046F9E}" dt="2025-08-31T18:51:17.724" v="418" actId="20577"/>
          <ac:spMkLst>
            <pc:docMk/>
            <pc:sldMk cId="135043736" sldId="282"/>
            <ac:spMk id="3" creationId="{65F6E195-D52D-3854-2C49-71C674102E21}"/>
          </ac:spMkLst>
        </pc:spChg>
        <pc:spChg chg="mod">
          <ac:chgData name="Anshu patel" userId="1bf44978ef309c6f" providerId="LiveId" clId="{16D39405-F48F-412C-A728-660FEF046F9E}" dt="2025-08-31T18:53:13.598" v="445" actId="5793"/>
          <ac:spMkLst>
            <pc:docMk/>
            <pc:sldMk cId="135043736" sldId="282"/>
            <ac:spMk id="4" creationId="{969E3B50-ED4A-EC48-854C-EC9C8A04BDB8}"/>
          </ac:spMkLst>
        </pc:spChg>
      </pc:sldChg>
      <pc:sldChg chg="add del">
        <pc:chgData name="Anshu patel" userId="1bf44978ef309c6f" providerId="LiveId" clId="{16D39405-F48F-412C-A728-660FEF046F9E}" dt="2025-08-31T18:43:35.547" v="322" actId="2696"/>
        <pc:sldMkLst>
          <pc:docMk/>
          <pc:sldMk cId="2899379310" sldId="282"/>
        </pc:sldMkLst>
      </pc:sldChg>
      <pc:sldChg chg="addSp delSp modSp new mod">
        <pc:chgData name="Anshu patel" userId="1bf44978ef309c6f" providerId="LiveId" clId="{16D39405-F48F-412C-A728-660FEF046F9E}" dt="2025-09-07T16:50:47.532" v="555" actId="27636"/>
        <pc:sldMkLst>
          <pc:docMk/>
          <pc:sldMk cId="149363803" sldId="283"/>
        </pc:sldMkLst>
        <pc:spChg chg="mod">
          <ac:chgData name="Anshu patel" userId="1bf44978ef309c6f" providerId="LiveId" clId="{16D39405-F48F-412C-A728-660FEF046F9E}" dt="2025-08-31T19:03:53.012" v="452" actId="404"/>
          <ac:spMkLst>
            <pc:docMk/>
            <pc:sldMk cId="149363803" sldId="283"/>
            <ac:spMk id="2" creationId="{233437C1-4573-ED46-6995-AAE9C3A4670E}"/>
          </ac:spMkLst>
        </pc:spChg>
        <pc:spChg chg="mod">
          <ac:chgData name="Anshu patel" userId="1bf44978ef309c6f" providerId="LiveId" clId="{16D39405-F48F-412C-A728-660FEF046F9E}" dt="2025-09-07T16:50:47.532" v="555" actId="27636"/>
          <ac:spMkLst>
            <pc:docMk/>
            <pc:sldMk cId="149363803" sldId="283"/>
            <ac:spMk id="3" creationId="{2EF9C053-45A8-637D-7011-3BC98AB80263}"/>
          </ac:spMkLst>
        </pc:spChg>
        <pc:picChg chg="add mod">
          <ac:chgData name="Anshu patel" userId="1bf44978ef309c6f" providerId="LiveId" clId="{16D39405-F48F-412C-A728-660FEF046F9E}" dt="2025-08-31T19:05:54.564" v="465" actId="14100"/>
          <ac:picMkLst>
            <pc:docMk/>
            <pc:sldMk cId="149363803" sldId="283"/>
            <ac:picMk id="5" creationId="{E24B0AE9-6474-E808-6CC3-177A6757B1F4}"/>
          </ac:picMkLst>
        </pc:picChg>
      </pc:sldChg>
      <pc:sldChg chg="addSp delSp modSp new mod">
        <pc:chgData name="Anshu patel" userId="1bf44978ef309c6f" providerId="LiveId" clId="{16D39405-F48F-412C-A728-660FEF046F9E}" dt="2025-09-07T16:53:14.645" v="571" actId="14100"/>
        <pc:sldMkLst>
          <pc:docMk/>
          <pc:sldMk cId="3885023071" sldId="284"/>
        </pc:sldMkLst>
        <pc:spChg chg="mod">
          <ac:chgData name="Anshu patel" userId="1bf44978ef309c6f" providerId="LiveId" clId="{16D39405-F48F-412C-A728-660FEF046F9E}" dt="2025-08-31T19:07:22.625" v="477" actId="14100"/>
          <ac:spMkLst>
            <pc:docMk/>
            <pc:sldMk cId="3885023071" sldId="284"/>
            <ac:spMk id="2" creationId="{D409BE3A-7132-37D7-231B-9504BFAD4FEF}"/>
          </ac:spMkLst>
        </pc:spChg>
        <pc:spChg chg="mod">
          <ac:chgData name="Anshu patel" userId="1bf44978ef309c6f" providerId="LiveId" clId="{16D39405-F48F-412C-A728-660FEF046F9E}" dt="2025-09-07T16:53:14.645" v="571" actId="14100"/>
          <ac:spMkLst>
            <pc:docMk/>
            <pc:sldMk cId="3885023071" sldId="284"/>
            <ac:spMk id="3" creationId="{C4AC1DAF-514E-9053-05A8-FC900BB4658A}"/>
          </ac:spMkLst>
        </pc:spChg>
        <pc:picChg chg="add mod">
          <ac:chgData name="Anshu patel" userId="1bf44978ef309c6f" providerId="LiveId" clId="{16D39405-F48F-412C-A728-660FEF046F9E}" dt="2025-09-07T16:53:08.028" v="570" actId="14100"/>
          <ac:picMkLst>
            <pc:docMk/>
            <pc:sldMk cId="3885023071" sldId="284"/>
            <ac:picMk id="10" creationId="{E1482526-3738-95D0-BECB-7736F94CDBD1}"/>
          </ac:picMkLst>
        </pc:picChg>
      </pc:sldChg>
      <pc:sldChg chg="addSp delSp modSp new del">
        <pc:chgData name="Anshu patel" userId="1bf44978ef309c6f" providerId="LiveId" clId="{16D39405-F48F-412C-A728-660FEF046F9E}" dt="2025-09-07T16:56:12.027" v="577" actId="2696"/>
        <pc:sldMkLst>
          <pc:docMk/>
          <pc:sldMk cId="991470935" sldId="285"/>
        </pc:sldMkLst>
      </pc:sldChg>
      <pc:sldChg chg="addSp delSp modSp new mod">
        <pc:chgData name="Anshu patel" userId="1bf44978ef309c6f" providerId="LiveId" clId="{16D39405-F48F-412C-A728-660FEF046F9E}" dt="2025-09-07T17:16:59.518" v="681" actId="1076"/>
        <pc:sldMkLst>
          <pc:docMk/>
          <pc:sldMk cId="2496510092" sldId="286"/>
        </pc:sldMkLst>
        <pc:spChg chg="mod">
          <ac:chgData name="Anshu patel" userId="1bf44978ef309c6f" providerId="LiveId" clId="{16D39405-F48F-412C-A728-660FEF046F9E}" dt="2025-08-31T19:11:33.118" v="514" actId="14100"/>
          <ac:spMkLst>
            <pc:docMk/>
            <pc:sldMk cId="2496510092" sldId="286"/>
            <ac:spMk id="2" creationId="{3B1BE510-AE4A-DDD8-6A06-9F1CD9632FFA}"/>
          </ac:spMkLst>
        </pc:spChg>
        <pc:spChg chg="add mod">
          <ac:chgData name="Anshu patel" userId="1bf44978ef309c6f" providerId="LiveId" clId="{16D39405-F48F-412C-A728-660FEF046F9E}" dt="2025-09-07T17:14:27.163" v="680" actId="14100"/>
          <ac:spMkLst>
            <pc:docMk/>
            <pc:sldMk cId="2496510092" sldId="286"/>
            <ac:spMk id="5" creationId="{921AD1F1-740B-D0F3-6C1A-9D8D8C10C3B1}"/>
          </ac:spMkLst>
        </pc:spChg>
        <pc:picChg chg="add mod">
          <ac:chgData name="Anshu patel" userId="1bf44978ef309c6f" providerId="LiveId" clId="{16D39405-F48F-412C-A728-660FEF046F9E}" dt="2025-09-07T17:16:59.518" v="681" actId="1076"/>
          <ac:picMkLst>
            <pc:docMk/>
            <pc:sldMk cId="2496510092" sldId="286"/>
            <ac:picMk id="6" creationId="{AB7BA43C-F300-D964-44C2-0545F030F6DB}"/>
          </ac:picMkLst>
        </pc:picChg>
      </pc:sldChg>
      <pc:sldChg chg="addSp delSp modSp new mod">
        <pc:chgData name="Anshu patel" userId="1bf44978ef309c6f" providerId="LiveId" clId="{16D39405-F48F-412C-A728-660FEF046F9E}" dt="2025-09-07T16:49:14.110" v="553" actId="5793"/>
        <pc:sldMkLst>
          <pc:docMk/>
          <pc:sldMk cId="4199825152" sldId="287"/>
        </pc:sldMkLst>
        <pc:spChg chg="mod">
          <ac:chgData name="Anshu patel" userId="1bf44978ef309c6f" providerId="LiveId" clId="{16D39405-F48F-412C-A728-660FEF046F9E}" dt="2025-09-07T16:38:50.928" v="528" actId="404"/>
          <ac:spMkLst>
            <pc:docMk/>
            <pc:sldMk cId="4199825152" sldId="287"/>
            <ac:spMk id="2" creationId="{7DC3B637-564D-28A2-E54F-B92F14625599}"/>
          </ac:spMkLst>
        </pc:spChg>
        <pc:spChg chg="mod">
          <ac:chgData name="Anshu patel" userId="1bf44978ef309c6f" providerId="LiveId" clId="{16D39405-F48F-412C-A728-660FEF046F9E}" dt="2025-09-07T16:49:14.110" v="553" actId="5793"/>
          <ac:spMkLst>
            <pc:docMk/>
            <pc:sldMk cId="4199825152" sldId="287"/>
            <ac:spMk id="3" creationId="{5C47468F-A225-B69B-4AE6-82DE7C8DD73A}"/>
          </ac:spMkLst>
        </pc:spChg>
        <pc:picChg chg="add mod">
          <ac:chgData name="Anshu patel" userId="1bf44978ef309c6f" providerId="LiveId" clId="{16D39405-F48F-412C-A728-660FEF046F9E}" dt="2025-09-07T16:48:41.964" v="547" actId="14100"/>
          <ac:picMkLst>
            <pc:docMk/>
            <pc:sldMk cId="4199825152" sldId="287"/>
            <ac:picMk id="12" creationId="{E5E50474-1FA2-1779-10DE-34248F653A30}"/>
          </ac:picMkLst>
        </pc:picChg>
      </pc:sldChg>
      <pc:sldChg chg="addSp delSp modSp new mod">
        <pc:chgData name="Anshu patel" userId="1bf44978ef309c6f" providerId="LiveId" clId="{16D39405-F48F-412C-A728-660FEF046F9E}" dt="2025-09-07T17:08:41.845" v="671" actId="14100"/>
        <pc:sldMkLst>
          <pc:docMk/>
          <pc:sldMk cId="3120452394" sldId="288"/>
        </pc:sldMkLst>
        <pc:spChg chg="mod">
          <ac:chgData name="Anshu patel" userId="1bf44978ef309c6f" providerId="LiveId" clId="{16D39405-F48F-412C-A728-660FEF046F9E}" dt="2025-09-07T17:03:26.847" v="591" actId="14100"/>
          <ac:spMkLst>
            <pc:docMk/>
            <pc:sldMk cId="3120452394" sldId="288"/>
            <ac:spMk id="2" creationId="{E23DCBDC-383C-01A5-6C36-45CA73263306}"/>
          </ac:spMkLst>
        </pc:spChg>
        <pc:spChg chg="mod">
          <ac:chgData name="Anshu patel" userId="1bf44978ef309c6f" providerId="LiveId" clId="{16D39405-F48F-412C-A728-660FEF046F9E}" dt="2025-09-07T17:07:14.446" v="655" actId="403"/>
          <ac:spMkLst>
            <pc:docMk/>
            <pc:sldMk cId="3120452394" sldId="288"/>
            <ac:spMk id="3" creationId="{A25951E7-1F63-255E-F9CA-9BA2681B2325}"/>
          </ac:spMkLst>
        </pc:spChg>
        <pc:picChg chg="add mod">
          <ac:chgData name="Anshu patel" userId="1bf44978ef309c6f" providerId="LiveId" clId="{16D39405-F48F-412C-A728-660FEF046F9E}" dt="2025-09-07T17:08:41.845" v="671" actId="14100"/>
          <ac:picMkLst>
            <pc:docMk/>
            <pc:sldMk cId="3120452394" sldId="288"/>
            <ac:picMk id="6" creationId="{82746F83-2CA9-DC5D-7796-F034381C4DD3}"/>
          </ac:picMkLst>
        </pc:picChg>
      </pc:sldChg>
      <pc:sldChg chg="add del">
        <pc:chgData name="Anshu patel" userId="1bf44978ef309c6f" providerId="LiveId" clId="{16D39405-F48F-412C-A728-660FEF046F9E}" dt="2025-09-07T16:55:45.834" v="575" actId="2696"/>
        <pc:sldMkLst>
          <pc:docMk/>
          <pc:sldMk cId="4034293148" sldId="288"/>
        </pc:sldMkLst>
      </pc:sldChg>
      <pc:sldChg chg="addSp delSp modSp new mod">
        <pc:chgData name="Anshu patel" userId="1bf44978ef309c6f" providerId="LiveId" clId="{16D39405-F48F-412C-A728-660FEF046F9E}" dt="2025-09-07T17:07:57.392" v="663" actId="14100"/>
        <pc:sldMkLst>
          <pc:docMk/>
          <pc:sldMk cId="13715607" sldId="289"/>
        </pc:sldMkLst>
        <pc:spChg chg="mod">
          <ac:chgData name="Anshu patel" userId="1bf44978ef309c6f" providerId="LiveId" clId="{16D39405-F48F-412C-A728-660FEF046F9E}" dt="2025-09-07T17:06:53.284" v="649" actId="20577"/>
          <ac:spMkLst>
            <pc:docMk/>
            <pc:sldMk cId="13715607" sldId="289"/>
            <ac:spMk id="3" creationId="{90DD639A-F9AE-7468-5D30-AD86EC929B6F}"/>
          </ac:spMkLst>
        </pc:spChg>
        <pc:picChg chg="add mod">
          <ac:chgData name="Anshu patel" userId="1bf44978ef309c6f" providerId="LiveId" clId="{16D39405-F48F-412C-A728-660FEF046F9E}" dt="2025-09-07T17:07:57.392" v="663" actId="14100"/>
          <ac:picMkLst>
            <pc:docMk/>
            <pc:sldMk cId="13715607" sldId="289"/>
            <ac:picMk id="6" creationId="{B47D91BF-704E-7A8E-F4C3-4B57A9803EF4}"/>
          </ac:picMkLst>
        </pc:picChg>
      </pc:sldChg>
      <pc:sldChg chg="new del">
        <pc:chgData name="Anshu patel" userId="1bf44978ef309c6f" providerId="LiveId" clId="{16D39405-F48F-412C-A728-660FEF046F9E}" dt="2025-09-08T04:15:38.985" v="696" actId="2696"/>
        <pc:sldMkLst>
          <pc:docMk/>
          <pc:sldMk cId="3299053183" sldId="290"/>
        </pc:sldMkLst>
      </pc:sldChg>
      <pc:sldChg chg="modSp add mod setBg modNotes">
        <pc:chgData name="Anshu patel" userId="1bf44978ef309c6f" providerId="LiveId" clId="{16D39405-F48F-412C-A728-660FEF046F9E}" dt="2025-09-08T04:14:15.853" v="695" actId="207"/>
        <pc:sldMkLst>
          <pc:docMk/>
          <pc:sldMk cId="0" sldId="291"/>
        </pc:sldMkLst>
        <pc:spChg chg="mod">
          <ac:chgData name="Anshu patel" userId="1bf44978ef309c6f" providerId="LiveId" clId="{16D39405-F48F-412C-A728-660FEF046F9E}" dt="2025-09-08T04:14:15.853" v="695" actId="207"/>
          <ac:spMkLst>
            <pc:docMk/>
            <pc:sldMk cId="0" sldId="291"/>
            <ac:spMk id="5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2:34.298" v="689" actId="207"/>
          <ac:spMkLst>
            <pc:docMk/>
            <pc:sldMk cId="0" sldId="291"/>
            <ac:spMk id="6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2:43.309" v="690" actId="207"/>
          <ac:spMkLst>
            <pc:docMk/>
            <pc:sldMk cId="0" sldId="291"/>
            <ac:spMk id="7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2:06.835" v="686" actId="208"/>
          <ac:spMkLst>
            <pc:docMk/>
            <pc:sldMk cId="0" sldId="291"/>
            <ac:spMk id="9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3:01.480" v="693" actId="207"/>
          <ac:spMkLst>
            <pc:docMk/>
            <pc:sldMk cId="0" sldId="291"/>
            <ac:spMk id="10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2:48.079" v="691" actId="207"/>
          <ac:spMkLst>
            <pc:docMk/>
            <pc:sldMk cId="0" sldId="291"/>
            <ac:spMk id="11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14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15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18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19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22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23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26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27" creationId="{00000000-0000-0000-0000-000000000000}"/>
          </ac:spMkLst>
        </pc:spChg>
        <pc:spChg chg="mod">
          <ac:chgData name="Anshu patel" userId="1bf44978ef309c6f" providerId="LiveId" clId="{16D39405-F48F-412C-A728-660FEF046F9E}" dt="2025-09-08T04:14:02.437" v="694" actId="207"/>
          <ac:spMkLst>
            <pc:docMk/>
            <pc:sldMk cId="0" sldId="291"/>
            <ac:spMk id="31" creationId="{00000000-0000-0000-0000-000000000000}"/>
          </ac:spMkLst>
        </pc:spChg>
        <pc:grpChg chg="mod">
          <ac:chgData name="Anshu patel" userId="1bf44978ef309c6f" providerId="LiveId" clId="{16D39405-F48F-412C-A728-660FEF046F9E}" dt="2025-09-08T04:14:15.853" v="695" actId="207"/>
          <ac:grpSpMkLst>
            <pc:docMk/>
            <pc:sldMk cId="0" sldId="291"/>
            <ac:grpSpMk id="4" creationId="{00000000-0000-0000-0000-000000000000}"/>
          </ac:grpSpMkLst>
        </pc:grpChg>
      </pc:sldChg>
      <pc:sldMasterChg chg="delSldLayout">
        <pc:chgData name="Anshu patel" userId="1bf44978ef309c6f" providerId="LiveId" clId="{16D39405-F48F-412C-A728-660FEF046F9E}" dt="2025-08-31T19:02:15.869" v="446" actId="2696"/>
        <pc:sldMasterMkLst>
          <pc:docMk/>
          <pc:sldMasterMk cId="2046532128" sldId="2147483648"/>
        </pc:sldMasterMkLst>
        <pc:sldLayoutChg chg="del">
          <pc:chgData name="Anshu patel" userId="1bf44978ef309c6f" providerId="LiveId" clId="{16D39405-F48F-412C-A728-660FEF046F9E}" dt="2025-08-31T19:02:15.869" v="446" actId="2696"/>
          <pc:sldLayoutMkLst>
            <pc:docMk/>
            <pc:sldMasterMk cId="2046532128" sldId="2147483648"/>
            <pc:sldLayoutMk cId="3846736191" sldId="2147483660"/>
          </pc:sldLayoutMkLst>
        </pc:sldLayoutChg>
      </pc:sldMasterChg>
    </pc:docChg>
  </pc:docChgLst>
  <pc:docChgLst>
    <pc:chgData name="Anshu patel" userId="1bf44978ef309c6f" providerId="LiveId" clId="{31E2A8FB-2DB2-4853-BB6C-69A70C83D1CB}"/>
    <pc:docChg chg="undo redo custSel modSld">
      <pc:chgData name="Anshu patel" userId="1bf44978ef309c6f" providerId="LiveId" clId="{31E2A8FB-2DB2-4853-BB6C-69A70C83D1CB}" dt="2025-03-09T06:19:05.085" v="665" actId="14100"/>
      <pc:docMkLst>
        <pc:docMk/>
      </pc:docMkLst>
      <pc:sldChg chg="addSp delSp modSp mod">
        <pc:chgData name="Anshu patel" userId="1bf44978ef309c6f" providerId="LiveId" clId="{31E2A8FB-2DB2-4853-BB6C-69A70C83D1CB}" dt="2025-03-09T03:59:09.125" v="247" actId="14100"/>
        <pc:sldMkLst>
          <pc:docMk/>
          <pc:sldMk cId="1493161671" sldId="256"/>
        </pc:sldMkLst>
      </pc:sldChg>
      <pc:sldChg chg="addSp modSp mod">
        <pc:chgData name="Anshu patel" userId="1bf44978ef309c6f" providerId="LiveId" clId="{31E2A8FB-2DB2-4853-BB6C-69A70C83D1CB}" dt="2025-03-09T04:01:54.147" v="271" actId="14100"/>
        <pc:sldMkLst>
          <pc:docMk/>
          <pc:sldMk cId="2115622822" sldId="259"/>
        </pc:sldMkLst>
      </pc:sldChg>
      <pc:sldChg chg="modSp mod">
        <pc:chgData name="Anshu patel" userId="1bf44978ef309c6f" providerId="LiveId" clId="{31E2A8FB-2DB2-4853-BB6C-69A70C83D1CB}" dt="2025-03-09T04:09:05.418" v="282" actId="20577"/>
        <pc:sldMkLst>
          <pc:docMk/>
          <pc:sldMk cId="807820237" sldId="260"/>
        </pc:sldMkLst>
      </pc:sldChg>
      <pc:sldChg chg="modSp mod">
        <pc:chgData name="Anshu patel" userId="1bf44978ef309c6f" providerId="LiveId" clId="{31E2A8FB-2DB2-4853-BB6C-69A70C83D1CB}" dt="2025-03-09T04:31:34.609" v="356" actId="20577"/>
        <pc:sldMkLst>
          <pc:docMk/>
          <pc:sldMk cId="144246171" sldId="261"/>
        </pc:sldMkLst>
      </pc:sldChg>
      <pc:sldChg chg="addSp modSp mod">
        <pc:chgData name="Anshu patel" userId="1bf44978ef309c6f" providerId="LiveId" clId="{31E2A8FB-2DB2-4853-BB6C-69A70C83D1CB}" dt="2025-03-09T04:32:51.963" v="363" actId="14100"/>
        <pc:sldMkLst>
          <pc:docMk/>
          <pc:sldMk cId="2664996811" sldId="262"/>
        </pc:sldMkLst>
      </pc:sldChg>
      <pc:sldChg chg="modSp mod">
        <pc:chgData name="Anshu patel" userId="1bf44978ef309c6f" providerId="LiveId" clId="{31E2A8FB-2DB2-4853-BB6C-69A70C83D1CB}" dt="2025-03-09T04:16:02.702" v="292" actId="20577"/>
        <pc:sldMkLst>
          <pc:docMk/>
          <pc:sldMk cId="3642173662" sldId="263"/>
        </pc:sldMkLst>
      </pc:sldChg>
      <pc:sldChg chg="modSp mod">
        <pc:chgData name="Anshu patel" userId="1bf44978ef309c6f" providerId="LiveId" clId="{31E2A8FB-2DB2-4853-BB6C-69A70C83D1CB}" dt="2025-03-09T04:46:21.473" v="395" actId="20577"/>
        <pc:sldMkLst>
          <pc:docMk/>
          <pc:sldMk cId="3998786505" sldId="266"/>
        </pc:sldMkLst>
      </pc:sldChg>
      <pc:sldChg chg="addSp delSp modSp mod">
        <pc:chgData name="Anshu patel" userId="1bf44978ef309c6f" providerId="LiveId" clId="{31E2A8FB-2DB2-4853-BB6C-69A70C83D1CB}" dt="2025-03-09T06:19:05.085" v="665" actId="14100"/>
        <pc:sldMkLst>
          <pc:docMk/>
          <pc:sldMk cId="3917661257" sldId="267"/>
        </pc:sldMkLst>
      </pc:sldChg>
      <pc:sldChg chg="addSp modSp mod">
        <pc:chgData name="Anshu patel" userId="1bf44978ef309c6f" providerId="LiveId" clId="{31E2A8FB-2DB2-4853-BB6C-69A70C83D1CB}" dt="2025-03-09T04:50:17.623" v="542" actId="14100"/>
        <pc:sldMkLst>
          <pc:docMk/>
          <pc:sldMk cId="309105573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3A374-E257-BA40-8027-2F76366D077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A341E-1834-1A45-B594-3CD153D3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0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033B-C1CB-1754-9CFB-86BF8AE30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F7485-6AB7-ED91-AD1E-F6AF83215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DE61-1E8E-21E6-91F5-9ACFEE0A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C74B-DB87-D74C-25EF-E2DFA9BB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4EB34-C25C-43DD-1A50-13C7E669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1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85E8-D1F0-3201-C513-282DAD84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C0AD-2C49-613F-7309-CA716980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1593B-EACA-5742-BD7F-BBE8EF09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32B52-D214-778D-EBBC-4D434F2D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6133C-3644-B4AE-38D1-B6502E79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8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90C2-0E03-59D3-2EC9-A7CEBD2A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3D4C1-E515-B744-7095-139C57B2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09EE3-1AD3-FA54-93C5-86879BAC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9E5D3-42E2-501B-4318-0A159470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B1FAE-A829-24D5-8503-C294C28F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B38F-72B4-7564-C133-A8CAF7D4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9F648-9D9E-7763-6BAB-B390C53F9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56F47-3898-C18D-71A7-B77785303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CE839-A226-7F30-2E42-D8C07E51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F7FCD-23EC-B0DD-BE70-3A095C49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94252-86A4-63D0-754B-CBB385D3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6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59CE-6C76-046E-841B-6EA0F787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51E6-7D4F-39D6-DA6C-601B6390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CA2B-944D-91E6-F3C1-9E8B8804F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67490-A622-5F5B-FFA5-1191FC5F8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8B953-35E2-D50D-3C23-96F3EA8A9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78F9F-EF39-1158-FFBB-B082D766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A79C8-D42A-D086-9A2C-59BDC44B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02294-325E-C44F-6A05-FBDBCF94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84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6425-17EE-1CF7-BD80-9B51FD96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14A2E-804D-2430-8785-8198012E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E586F-1A2C-46B0-E88F-42E97FF8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0DCC0-E42B-4E16-2659-DE7666BD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DC0D8-D29F-7928-5C8E-932C35C7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381DF-626E-EA82-70A9-10E12459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DBE00-CBB3-2EA9-A8AD-EED32DAA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6360-D970-1460-9ACE-C05150BF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9798-D111-FBE5-6324-CC95E2CD3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0DC15-10D0-0F6F-3033-BC7F116A9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4E66B-040C-17B4-ADF5-813D3763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D7DC8-6E0F-8333-626D-41844009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94196-7598-4217-57B3-7873D582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5154-D40A-B42C-288E-C719D539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1DA1E-1E67-5A29-051C-843826304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18FC5-2DD3-C9EF-C7BF-36F167EC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F03EC-88F4-EC8D-270C-34F4D118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DC8FE-1BCB-047D-5F52-E902AC39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B3D0D-1060-1C28-1F1A-231E43E4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5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9D28-A6C4-84CC-7AD0-1AF88C70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33BF9-1D81-F7B1-6917-58E88F5D0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66503-6FF8-76D4-851E-BF686B74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06448-39D6-5009-B041-CA30D472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0FC16-7BF7-6E7E-42AB-25069EB7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52CA7-F9AD-0C1E-852C-42392B02D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4B219-750C-7F94-6064-315216015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17404-C2CA-70FA-A5B4-9AE95C7F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AD08-86AD-4165-1C92-6B56C79B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F7B6-7C91-353F-2D5E-37F732F3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1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32A7A-246A-E18A-4C93-A4BA988E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19EB-94FF-60FF-BB8D-B66AF177A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8F3A-267F-D219-664F-DEDAAC19E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0576A-07DB-3B46-AC99-97A70AE2395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10F51-7255-50C1-18D0-94D395A5F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35A5A-9156-5F50-DE6D-645C17C79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3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FAC4AE-B55D-13FC-16FA-087930764C96}"/>
              </a:ext>
            </a:extLst>
          </p:cNvPr>
          <p:cNvSpPr txBox="1"/>
          <p:nvPr/>
        </p:nvSpPr>
        <p:spPr>
          <a:xfrm>
            <a:off x="629392" y="144765"/>
            <a:ext cx="10842172" cy="627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Smart Productivity Planner </a:t>
            </a: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Ashutosh Choubey  202410116100042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Anubhav  202410116100036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Anshu Patel 202410116100034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(III Semester)</a:t>
            </a:r>
            <a:endParaRPr lang="en-IN" sz="2000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Mr.  Roshan KR. Gupta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48DC02B4-1A9E-669F-DEA5-5FBC82F83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7" y="427512"/>
            <a:ext cx="3309483" cy="9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6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B637-564D-28A2-E54F-B92F1462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35084" cy="1322998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4000" b="1" dirty="0">
                <a:latin typeface="Arimo" pitchFamily="34" charset="0"/>
                <a:ea typeface="Arimo" pitchFamily="34" charset="-122"/>
                <a:cs typeface="Arimo" pitchFamily="34" charset="-120"/>
              </a:rPr>
              <a:t>AI-Powered Smart Productivity Planner</a:t>
            </a:r>
            <a:br>
              <a:rPr lang="en-US" b="1" dirty="0">
                <a:latin typeface="Arimo" pitchFamily="34" charset="0"/>
                <a:ea typeface="Arimo" pitchFamily="34" charset="-122"/>
                <a:cs typeface="Arimo" pitchFamily="34" charset="-120"/>
              </a:rPr>
            </a:br>
            <a:r>
              <a:rPr lang="en-US" sz="4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Smart Productivity  </a:t>
            </a:r>
            <a:br>
              <a:rPr lang="en-US" sz="4000" dirty="0">
                <a:latin typeface="Arimo" pitchFamily="34" charset="0"/>
                <a:ea typeface="Arimo" pitchFamily="34" charset="-122"/>
                <a:cs typeface="Arimo" pitchFamily="34" charset="-12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7468F-A225-B69B-4AE6-82DE7C8DD7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>
                <a:latin typeface="Arimo" pitchFamily="34" charset="0"/>
                <a:ea typeface="Arimo" pitchFamily="34" charset="-122"/>
                <a:cs typeface="Arimo" pitchFamily="34" charset="-120"/>
              </a:rPr>
              <a:t>Empowering students and professionals to achieve more with intelligent task management and personalized insights.</a:t>
            </a:r>
            <a:endParaRPr lang="en-IN" sz="36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Content Placeholder 11" descr="A robot and people in a room&#10;&#10;AI-generated content may be incorrect.">
            <a:extLst>
              <a:ext uri="{FF2B5EF4-FFF2-40B4-BE49-F238E27FC236}">
                <a16:creationId xmlns:a16="http://schemas.microsoft.com/office/drawing/2014/main" id="{E5E50474-1FA2-1779-10DE-34248F653A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416817"/>
            <a:ext cx="5951974" cy="4760145"/>
          </a:xfrm>
        </p:spPr>
      </p:pic>
    </p:spTree>
    <p:extLst>
      <p:ext uri="{BB962C8B-B14F-4D97-AF65-F5344CB8AC3E}">
        <p14:creationId xmlns:p14="http://schemas.microsoft.com/office/powerpoint/2010/main" val="419982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82F0-90DA-7651-8E97-3C50B2E4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Project Abstract: Beyond the Ordinary To-Do List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67D0-C46D-867D-950E-6B289C485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mo" pitchFamily="34" charset="0"/>
                <a:ea typeface="Arimo" pitchFamily="34" charset="-122"/>
                <a:cs typeface="Arimo" pitchFamily="34" charset="-120"/>
              </a:rPr>
              <a:t>This React-based smart productivity assistant redefines task management for students and professionals. It integrates advanced features like AI suggestions, visual analytics, and gamification, offering a comprehensive solution that adapts to your unique needs.</a:t>
            </a:r>
            <a:endParaRPr lang="en-US" sz="2400" dirty="0"/>
          </a:p>
          <a:p>
            <a:r>
              <a:rPr lang="en-US" sz="2400" b="1" dirty="0">
                <a:latin typeface="Arimo" pitchFamily="34" charset="0"/>
                <a:ea typeface="Arimo" pitchFamily="34" charset="-122"/>
                <a:cs typeface="Arimo" pitchFamily="34" charset="-120"/>
              </a:rPr>
              <a:t>For Students:</a:t>
            </a:r>
            <a:r>
              <a:rPr lang="en-US" sz="2400" dirty="0">
                <a:latin typeface="Arimo" pitchFamily="34" charset="0"/>
                <a:ea typeface="Arimo" pitchFamily="34" charset="-122"/>
                <a:cs typeface="Arimo" pitchFamily="34" charset="-120"/>
              </a:rPr>
              <a:t> Navigate semesters with ease—manage subjects, set priorities, track progress, and generate detailed reports.</a:t>
            </a:r>
            <a:endParaRPr lang="en-US" sz="2400" dirty="0"/>
          </a:p>
          <a:p>
            <a:r>
              <a:rPr lang="en-US" sz="2400" b="1" dirty="0">
                <a:latin typeface="Arimo" pitchFamily="34" charset="0"/>
                <a:ea typeface="Arimo" pitchFamily="34" charset="-122"/>
                <a:cs typeface="Arimo" pitchFamily="34" charset="-120"/>
              </a:rPr>
              <a:t>For Professionals:</a:t>
            </a:r>
            <a:r>
              <a:rPr lang="en-US" sz="2400" dirty="0">
                <a:latin typeface="Arimo" pitchFamily="34" charset="0"/>
                <a:ea typeface="Arimo" pitchFamily="34" charset="-122"/>
                <a:cs typeface="Arimo" pitchFamily="34" charset="-120"/>
              </a:rPr>
              <a:t> Conquer deadlines with visual insights, productivity heatmaps, and seamless task handling.</a:t>
            </a:r>
            <a:endParaRPr lang="en-US" sz="2400" dirty="0"/>
          </a:p>
          <a:p>
            <a:r>
              <a:rPr lang="en-US" sz="2400" dirty="0">
                <a:latin typeface="Arimo" pitchFamily="34" charset="0"/>
                <a:ea typeface="Arimo" pitchFamily="34" charset="-122"/>
                <a:cs typeface="Arimo" pitchFamily="34" charset="-120"/>
              </a:rPr>
              <a:t>Key differentiators include drag-and-drop task management, robust offline support with </a:t>
            </a:r>
            <a:r>
              <a:rPr lang="en-US" sz="2400" dirty="0" err="1">
                <a:latin typeface="Arimo" pitchFamily="34" charset="0"/>
                <a:ea typeface="Arimo" pitchFamily="34" charset="-122"/>
                <a:cs typeface="Arimo" pitchFamily="34" charset="-120"/>
              </a:rPr>
              <a:t>Supabase</a:t>
            </a:r>
            <a:r>
              <a:rPr lang="en-US" sz="2400" dirty="0">
                <a:latin typeface="Arimo" pitchFamily="34" charset="0"/>
                <a:ea typeface="Arimo" pitchFamily="34" charset="-122"/>
                <a:cs typeface="Arimo" pitchFamily="34" charset="-120"/>
              </a:rPr>
              <a:t> integration, and multi-format export capabilities (PDF, Excel, CSV).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65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E6B8-C33C-AFCC-BA2C-61FBF1F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Core Objectives: Enhancing Productivity &amp; Planning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6E195-D52D-3854-2C49-71C674102E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Seamless Task Management:-</a:t>
            </a: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600" dirty="0">
                <a:latin typeface="Arimo" pitchFamily="34" charset="0"/>
                <a:ea typeface="Arimo" pitchFamily="34" charset="-122"/>
                <a:cs typeface="Arimo" pitchFamily="34" charset="-120"/>
              </a:rPr>
              <a:t>Provide an intuitive platform for efficient task creation, organization, and tracking. This includes CRUD operations (add, edit, delete, update tasks) with customizable priority levels (High, Medium, Low)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Dedicated Student Planner:-</a:t>
            </a: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600" dirty="0">
                <a:latin typeface="Arimo" pitchFamily="34" charset="0"/>
                <a:ea typeface="Arimo" pitchFamily="34" charset="-122"/>
                <a:cs typeface="Arimo" pitchFamily="34" charset="-120"/>
              </a:rPr>
              <a:t>Offer a specialized module for students to manage semester subjects, exam schedules, assignment deadlines, and academic priorities with precision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AI &amp; Motivation Boost:-</a:t>
            </a:r>
            <a:r>
              <a:rPr lang="en-US" sz="1600" dirty="0">
                <a:latin typeface="Arimo" pitchFamily="34" charset="0"/>
                <a:ea typeface="Arimo" pitchFamily="34" charset="-122"/>
                <a:cs typeface="Arimo" pitchFamily="34" charset="-120"/>
              </a:rPr>
              <a:t>Integrate AI-driven suggestions and personalized productivity tips. Enhance user engagement with motivational quotes, gamification elements, and smart notifications for upcoming deadlines.</a:t>
            </a:r>
            <a:endParaRPr lang="en-US" sz="1600" dirty="0"/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0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3B50-ED4A-EC48-854C-EC9C8A04BD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4. Actionable Analytics &amp; Reports:-</a:t>
            </a:r>
            <a:r>
              <a:rPr lang="en-US" sz="1600" dirty="0">
                <a:latin typeface="Arimo" pitchFamily="34" charset="0"/>
                <a:ea typeface="Arimo" pitchFamily="34" charset="-122"/>
                <a:cs typeface="Arimo" pitchFamily="34" charset="-120"/>
              </a:rPr>
              <a:t>Deliver visual tracking tools, comprehensive analytics, and progress reports to offer clear insights into productivity trends and task completion.</a:t>
            </a:r>
            <a:endParaRPr lang="en-US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5. Universal Accessibility:-</a:t>
            </a: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600" dirty="0">
                <a:latin typeface="Arimo" pitchFamily="34" charset="0"/>
                <a:ea typeface="Arimo" pitchFamily="34" charset="-122"/>
                <a:cs typeface="Arimo" pitchFamily="34" charset="-120"/>
              </a:rPr>
              <a:t>Ensure robust offline support and seamless cross-platform compatibility, including responsive design for desktop and mobile web experiences, allowing users to stay productive anywhere, anytime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04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37C1-4573-ED46-6995-AAE9C3A4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Addressing Key Challenges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C053-45A8-637D-7011-3BC98AB8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725" y="1266092"/>
            <a:ext cx="5869075" cy="4910871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r>
              <a:rPr lang="en-US" dirty="0"/>
              <a:t> Two-column layout.</a:t>
            </a:r>
          </a:p>
          <a:p>
            <a:pPr lvl="1"/>
            <a:r>
              <a:rPr lang="en-US" b="1" dirty="0"/>
              <a:t>Column 1 (Problem - Traditional Apps):</a:t>
            </a:r>
            <a:endParaRPr lang="en-US" dirty="0"/>
          </a:p>
          <a:p>
            <a:pPr lvl="2"/>
            <a:r>
              <a:rPr lang="en-US" dirty="0"/>
              <a:t>Lack student-focused features.</a:t>
            </a:r>
          </a:p>
          <a:p>
            <a:pPr lvl="2"/>
            <a:r>
              <a:rPr lang="en-US" dirty="0"/>
              <a:t>No visual analytics.</a:t>
            </a:r>
          </a:p>
          <a:p>
            <a:pPr lvl="2"/>
            <a:r>
              <a:rPr lang="en-US" dirty="0"/>
              <a:t>Struggle with motivation.</a:t>
            </a:r>
          </a:p>
          <a:p>
            <a:pPr lvl="2"/>
            <a:r>
              <a:rPr lang="en-US" dirty="0"/>
              <a:t>Hard to export reports.</a:t>
            </a:r>
          </a:p>
          <a:p>
            <a:pPr lvl="1"/>
            <a:r>
              <a:rPr lang="en-US" b="1" dirty="0"/>
              <a:t>Column 2 (Our Solution):</a:t>
            </a:r>
            <a:endParaRPr lang="en-US" dirty="0"/>
          </a:p>
          <a:p>
            <a:pPr lvl="2"/>
            <a:r>
              <a:rPr lang="en-US" dirty="0"/>
              <a:t>Subject planning &amp; exam tracking.</a:t>
            </a:r>
          </a:p>
          <a:p>
            <a:pPr lvl="2"/>
            <a:r>
              <a:rPr lang="en-US" dirty="0"/>
              <a:t>Motivation through gamification.</a:t>
            </a:r>
          </a:p>
          <a:p>
            <a:pPr lvl="2"/>
            <a:r>
              <a:rPr lang="en-US" dirty="0"/>
              <a:t>Visual performance analytics.</a:t>
            </a:r>
          </a:p>
          <a:p>
            <a:pPr lvl="2"/>
            <a:r>
              <a:rPr lang="en-US" dirty="0"/>
              <a:t>Easy progress export.</a:t>
            </a:r>
          </a:p>
          <a:p>
            <a:endParaRPr lang="en-IN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24B0AE9-6474-E808-6CC3-177A6757B1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773723"/>
            <a:ext cx="5761055" cy="591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3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BE3A-7132-37D7-231B-9504BFAD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30" y="160775"/>
            <a:ext cx="9395208" cy="874205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Proposed System Capabiliti</a:t>
            </a:r>
            <a:r>
              <a:rPr lang="en-IN" sz="3600" b="1" dirty="0"/>
              <a:t>es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C1DAF-514E-9053-05A8-FC900BB46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29" y="803868"/>
            <a:ext cx="6229977" cy="5373095"/>
          </a:xfrm>
        </p:spPr>
        <p:txBody>
          <a:bodyPr>
            <a:normAutofit/>
          </a:bodyPr>
          <a:lstStyle/>
          <a:p>
            <a:r>
              <a:rPr lang="en-IN" b="1" dirty="0"/>
              <a:t>Content:</a:t>
            </a:r>
            <a:r>
              <a:rPr lang="en-IN" dirty="0"/>
              <a:t> (Uses icons and short descriptions)</a:t>
            </a:r>
          </a:p>
          <a:p>
            <a:pPr lvl="1"/>
            <a:r>
              <a:rPr lang="en-IN" b="1" dirty="0"/>
              <a:t>Task Organization:</a:t>
            </a:r>
            <a:r>
              <a:rPr lang="en-IN" dirty="0"/>
              <a:t> Drag-and-drop functionality.</a:t>
            </a:r>
          </a:p>
          <a:p>
            <a:pPr lvl="1"/>
            <a:r>
              <a:rPr lang="en-IN" b="1" dirty="0"/>
              <a:t>Student Module:</a:t>
            </a:r>
            <a:r>
              <a:rPr lang="en-IN" dirty="0"/>
              <a:t> Subject deadlines &amp; progress.</a:t>
            </a:r>
          </a:p>
          <a:p>
            <a:pPr lvl="1"/>
            <a:r>
              <a:rPr lang="en-IN" b="1" dirty="0"/>
              <a:t>Productivity Insights:</a:t>
            </a:r>
            <a:r>
              <a:rPr lang="en-IN" dirty="0"/>
              <a:t> Charts &amp; heatmaps.</a:t>
            </a:r>
          </a:p>
          <a:p>
            <a:pPr lvl="1"/>
            <a:r>
              <a:rPr lang="en-IN" b="1" dirty="0"/>
              <a:t>Motivation Tools:</a:t>
            </a:r>
            <a:r>
              <a:rPr lang="en-IN" dirty="0"/>
              <a:t> Pomodoro, quotes, gamification.</a:t>
            </a:r>
          </a:p>
          <a:p>
            <a:pPr lvl="1"/>
            <a:r>
              <a:rPr lang="en-IN" b="1" dirty="0"/>
              <a:t>Data Export:</a:t>
            </a:r>
            <a:r>
              <a:rPr lang="en-IN" dirty="0"/>
              <a:t> PDF, Excel, CSV.</a:t>
            </a:r>
          </a:p>
          <a:p>
            <a:pPr lvl="1"/>
            <a:r>
              <a:rPr lang="en-IN" b="1" dirty="0"/>
              <a:t>Offline Sync:</a:t>
            </a:r>
            <a:r>
              <a:rPr lang="en-IN" dirty="0"/>
              <a:t> </a:t>
            </a:r>
            <a:r>
              <a:rPr lang="en-IN" dirty="0" err="1"/>
              <a:t>Supabase</a:t>
            </a:r>
            <a:r>
              <a:rPr lang="en-IN" dirty="0"/>
              <a:t> synchronization.</a:t>
            </a:r>
          </a:p>
        </p:txBody>
      </p:sp>
      <p:pic>
        <p:nvPicPr>
          <p:cNvPr id="10" name="Content Placeholder 9" descr="A blue and white poster with icons and a human head&#10;&#10;AI-generated content may be incorrect.">
            <a:extLst>
              <a:ext uri="{FF2B5EF4-FFF2-40B4-BE49-F238E27FC236}">
                <a16:creationId xmlns:a16="http://schemas.microsoft.com/office/drawing/2014/main" id="{E1482526-3738-95D0-BECB-7736F94CDB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1285" y="1034981"/>
            <a:ext cx="5416060" cy="5141982"/>
          </a:xfrm>
        </p:spPr>
      </p:pic>
    </p:spTree>
    <p:extLst>
      <p:ext uri="{BB962C8B-B14F-4D97-AF65-F5344CB8AC3E}">
        <p14:creationId xmlns:p14="http://schemas.microsoft.com/office/powerpoint/2010/main" val="388502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CBDC-383C-01A5-6C36-45CA7326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22" y="231112"/>
            <a:ext cx="10239271" cy="85411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Slide Title: Comprehensive Features for Enhanced Productivity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951E7-1F63-255E-F9CA-9BA2681B2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823" y="934498"/>
            <a:ext cx="5848978" cy="5242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 </a:t>
            </a:r>
            <a:r>
              <a:rPr lang="en-US" sz="2400" b="1" dirty="0"/>
              <a:t>Basic &amp; Advanced Task Management</a:t>
            </a:r>
          </a:p>
          <a:p>
            <a:r>
              <a:rPr lang="en-US" sz="2400" b="1" dirty="0"/>
              <a:t>CRUD Operations:</a:t>
            </a:r>
            <a:r>
              <a:rPr lang="en-US" sz="2400" dirty="0"/>
              <a:t> Easily Create, Read, Update, and Delete tasks.</a:t>
            </a:r>
          </a:p>
          <a:p>
            <a:r>
              <a:rPr lang="en-US" sz="2400" b="1" dirty="0"/>
              <a:t>Smart Scheduling:</a:t>
            </a:r>
            <a:r>
              <a:rPr lang="en-US" sz="2400" dirty="0"/>
              <a:t> Set Due Dates, Reminders, and create Recurring Tasks for routines.</a:t>
            </a:r>
          </a:p>
          <a:p>
            <a:r>
              <a:rPr lang="en-US" sz="2400" b="1" dirty="0"/>
              <a:t>Organize &amp; Prioritize:</a:t>
            </a:r>
            <a:r>
              <a:rPr lang="en-US" sz="2400" dirty="0"/>
              <a:t> Categorize tasks (Pending, In-Progress, Done) and set Priority Levels (Low, Med, High).</a:t>
            </a:r>
          </a:p>
          <a:p>
            <a:r>
              <a:rPr lang="en-US" sz="2400" b="1" dirty="0"/>
              <a:t>Intuitive Interaction:</a:t>
            </a:r>
            <a:r>
              <a:rPr lang="en-US" sz="2400" dirty="0"/>
              <a:t> Manage your workflow visually with </a:t>
            </a:r>
            <a:r>
              <a:rPr lang="en-US" sz="2400" b="1" dirty="0"/>
              <a:t>Drag-and-Drop</a:t>
            </a:r>
            <a:r>
              <a:rPr lang="en-US" sz="2400" dirty="0"/>
              <a:t> functionality.</a:t>
            </a:r>
          </a:p>
          <a:p>
            <a:endParaRPr lang="en-IN" dirty="0"/>
          </a:p>
        </p:txBody>
      </p:sp>
      <p:pic>
        <p:nvPicPr>
          <p:cNvPr id="6" name="Content Placeholder 5" descr="A diagram of a business diagram&#10;&#10;AI-generated content may be incorrect.">
            <a:extLst>
              <a:ext uri="{FF2B5EF4-FFF2-40B4-BE49-F238E27FC236}">
                <a16:creationId xmlns:a16="http://schemas.microsoft.com/office/drawing/2014/main" id="{82746F83-2CA9-DC5D-7796-F034381C4D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934499"/>
            <a:ext cx="5811297" cy="4973932"/>
          </a:xfrm>
        </p:spPr>
      </p:pic>
    </p:spTree>
    <p:extLst>
      <p:ext uri="{BB962C8B-B14F-4D97-AF65-F5344CB8AC3E}">
        <p14:creationId xmlns:p14="http://schemas.microsoft.com/office/powerpoint/2010/main" val="312045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639A-F9AE-7468-5D30-AD86EC929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064" y="462224"/>
            <a:ext cx="5798736" cy="5714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/>
              <a:t>2 AI &amp; Productivity Power Tools</a:t>
            </a:r>
          </a:p>
          <a:p>
            <a:r>
              <a:rPr lang="en-IN" sz="1900" b="1" dirty="0"/>
              <a:t>AI Task Assistant:</a:t>
            </a:r>
            <a:r>
              <a:rPr lang="en-IN" sz="1900" dirty="0"/>
              <a:t> Get intelligent suggestions for your most important tasks.</a:t>
            </a:r>
          </a:p>
          <a:p>
            <a:r>
              <a:rPr lang="en-IN" sz="1900" b="1" dirty="0"/>
              <a:t>Voice Input:</a:t>
            </a:r>
            <a:r>
              <a:rPr lang="en-IN" sz="1900" dirty="0"/>
              <a:t> Add tasks hands-free using natural speech commands.</a:t>
            </a:r>
          </a:p>
          <a:p>
            <a:r>
              <a:rPr lang="en-IN" sz="1900" b="1" dirty="0"/>
              <a:t>Deep Focus Mode:</a:t>
            </a:r>
            <a:r>
              <a:rPr lang="en-IN" sz="1900" dirty="0"/>
              <a:t> Integrated </a:t>
            </a:r>
            <a:r>
              <a:rPr lang="en-IN" sz="1900" b="1" dirty="0"/>
              <a:t>Pomodoro Timer</a:t>
            </a:r>
            <a:r>
              <a:rPr lang="en-IN" sz="1900" dirty="0"/>
              <a:t> and distraction-free environment.</a:t>
            </a:r>
          </a:p>
          <a:p>
            <a:r>
              <a:rPr lang="en-IN" sz="1900" b="1" dirty="0"/>
              <a:t>Visual Urgency:</a:t>
            </a:r>
            <a:r>
              <a:rPr lang="en-IN" sz="1900" dirty="0"/>
              <a:t> </a:t>
            </a:r>
            <a:r>
              <a:rPr lang="en-IN" sz="1900" b="1" dirty="0"/>
              <a:t>Countdown Timers</a:t>
            </a:r>
            <a:r>
              <a:rPr lang="en-IN" sz="1900" dirty="0"/>
              <a:t> for critical deadlines.</a:t>
            </a:r>
          </a:p>
          <a:p>
            <a:r>
              <a:rPr lang="en-IN" sz="1900" b="1" dirty="0"/>
              <a:t>Stay Motivated:</a:t>
            </a:r>
            <a:r>
              <a:rPr lang="en-IN" sz="1900" dirty="0"/>
              <a:t> Unlock </a:t>
            </a:r>
            <a:r>
              <a:rPr lang="en-IN" sz="1900" b="1" dirty="0"/>
              <a:t>Achievements &amp; Badges</a:t>
            </a:r>
            <a:r>
              <a:rPr lang="en-IN" sz="1900" dirty="0"/>
              <a:t> and get daily </a:t>
            </a:r>
            <a:r>
              <a:rPr lang="en-IN" sz="1900" b="1" dirty="0"/>
              <a:t>Motivational Quotes</a:t>
            </a:r>
            <a:r>
              <a:rPr lang="en-IN" sz="19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3 Enhanced User Experience</a:t>
            </a:r>
          </a:p>
          <a:p>
            <a:r>
              <a:rPr lang="en-US" sz="1800" b="1" dirty="0"/>
              <a:t>Modern, Engaging UI</a:t>
            </a:r>
            <a:r>
              <a:rPr lang="en-US" sz="1800" dirty="0"/>
              <a:t> with smooth animations.</a:t>
            </a:r>
          </a:p>
          <a:p>
            <a:r>
              <a:rPr lang="en-US" sz="1800" b="1" dirty="0"/>
              <a:t>Smart Dark/Light Mode</a:t>
            </a:r>
            <a:r>
              <a:rPr lang="en-US" sz="1800" dirty="0"/>
              <a:t> that adapts to your system or personal preference.</a:t>
            </a:r>
          </a:p>
          <a:p>
            <a:endParaRPr lang="en-IN" dirty="0"/>
          </a:p>
        </p:txBody>
      </p:sp>
      <p:pic>
        <p:nvPicPr>
          <p:cNvPr id="6" name="Content Placeholder 5" descr="A circular pattern with icons and lines&#10;&#10;AI-generated content may be incorrect.">
            <a:extLst>
              <a:ext uri="{FF2B5EF4-FFF2-40B4-BE49-F238E27FC236}">
                <a16:creationId xmlns:a16="http://schemas.microsoft.com/office/drawing/2014/main" id="{B47D91BF-704E-7A8E-F4C3-4B57A9803E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733530"/>
            <a:ext cx="5875772" cy="4994030"/>
          </a:xfrm>
        </p:spPr>
      </p:pic>
    </p:spTree>
    <p:extLst>
      <p:ext uri="{BB962C8B-B14F-4D97-AF65-F5344CB8AC3E}">
        <p14:creationId xmlns:p14="http://schemas.microsoft.com/office/powerpoint/2010/main" val="1371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E510-AE4A-DDD8-6A06-9F1CD963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1015"/>
            <a:ext cx="4079631" cy="1055077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Methodology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 descr="A person standing in front of a blackboard&#10;&#10;AI-generated content may be incorrect.">
            <a:extLst>
              <a:ext uri="{FF2B5EF4-FFF2-40B4-BE49-F238E27FC236}">
                <a16:creationId xmlns:a16="http://schemas.microsoft.com/office/drawing/2014/main" id="{AB7BA43C-F300-D964-44C2-0545F030F6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073787"/>
            <a:ext cx="5926015" cy="5255288"/>
          </a:xfrm>
        </p:spPr>
      </p:pic>
      <p:sp>
        <p:nvSpPr>
          <p:cNvPr id="5" name="AutoShape 2" descr="Output image">
            <a:extLst>
              <a:ext uri="{FF2B5EF4-FFF2-40B4-BE49-F238E27FC236}">
                <a16:creationId xmlns:a16="http://schemas.microsoft.com/office/drawing/2014/main" id="{921AD1F1-740B-D0F3-6C1A-9D8D8C10C3B1}"/>
              </a:ext>
            </a:extLst>
          </p:cNvPr>
          <p:cNvSpPr>
            <a:spLocks noGrp="1" noChangeAspect="1" noChangeArrowheads="1"/>
          </p:cNvSpPr>
          <p:nvPr>
            <p:ph sz="half" idx="1"/>
          </p:nvPr>
        </p:nvSpPr>
        <p:spPr bwMode="auto">
          <a:xfrm>
            <a:off x="180870" y="921675"/>
            <a:ext cx="5838930" cy="555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51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120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8104" y="524768"/>
            <a:ext cx="4300141" cy="30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83"/>
              </a:lnSpc>
            </a:pPr>
            <a:r>
              <a:rPr lang="en-US" sz="2041" b="1" dirty="0">
                <a:latin typeface="Arimo Bold"/>
                <a:ea typeface="Arimo Bold"/>
                <a:cs typeface="Arimo Bold"/>
                <a:sym typeface="Arimo Bold"/>
              </a:rPr>
              <a:t>Modular Design for Scalability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104" y="1100733"/>
            <a:ext cx="10795793" cy="45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400" b="1" dirty="0">
                <a:latin typeface="Arimo"/>
                <a:ea typeface="Arimo"/>
                <a:cs typeface="Arimo"/>
                <a:sym typeface="Arimo"/>
              </a:rPr>
              <a:t>Our project is structured into distinct modules, ensuring a robust, scalable, and easily maintainable architecture, allowing for future enhancements and seamless integration of new features</a:t>
            </a:r>
            <a:r>
              <a:rPr lang="en-US" sz="1083" dirty="0"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98104" y="1761630"/>
            <a:ext cx="418901" cy="418901"/>
            <a:chOff x="0" y="0"/>
            <a:chExt cx="837803" cy="837803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37819" cy="837819"/>
            </a:xfrm>
            <a:custGeom>
              <a:avLst/>
              <a:gdLst/>
              <a:ahLst/>
              <a:cxnLst/>
              <a:rect l="l" t="t" r="r" b="b"/>
              <a:pathLst>
                <a:path w="837819" h="837819">
                  <a:moveTo>
                    <a:pt x="0" y="0"/>
                  </a:moveTo>
                  <a:lnTo>
                    <a:pt x="837819" y="0"/>
                  </a:lnTo>
                  <a:lnTo>
                    <a:pt x="837819" y="837819"/>
                  </a:lnTo>
                  <a:lnTo>
                    <a:pt x="0" y="837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 sz="1200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8104" y="2342357"/>
            <a:ext cx="1642765" cy="19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3"/>
              </a:lnSpc>
            </a:pPr>
            <a:r>
              <a:rPr lang="en-US" sz="1291" b="1" dirty="0">
                <a:latin typeface="Arimo Bold"/>
                <a:ea typeface="Arimo Bold"/>
                <a:cs typeface="Arimo Bold"/>
                <a:sym typeface="Arimo Bold"/>
              </a:rPr>
              <a:t>User Module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103" y="2587030"/>
            <a:ext cx="5310584" cy="20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083" dirty="0">
                <a:latin typeface="Arimo"/>
                <a:ea typeface="Arimo"/>
                <a:cs typeface="Arimo"/>
                <a:sym typeface="Arimo"/>
              </a:rPr>
              <a:t>Manages user authentication, profiles, and personal task creation and organization.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183214" y="1761630"/>
            <a:ext cx="418902" cy="418901"/>
            <a:chOff x="0" y="0"/>
            <a:chExt cx="837803" cy="837803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837819" cy="837819"/>
            </a:xfrm>
            <a:custGeom>
              <a:avLst/>
              <a:gdLst/>
              <a:ahLst/>
              <a:cxnLst/>
              <a:rect l="l" t="t" r="r" b="b"/>
              <a:pathLst>
                <a:path w="837819" h="837819">
                  <a:moveTo>
                    <a:pt x="0" y="0"/>
                  </a:moveTo>
                  <a:lnTo>
                    <a:pt x="837819" y="0"/>
                  </a:lnTo>
                  <a:lnTo>
                    <a:pt x="837819" y="837819"/>
                  </a:lnTo>
                  <a:lnTo>
                    <a:pt x="0" y="837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183214" y="2342357"/>
            <a:ext cx="1642765" cy="19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3"/>
              </a:lnSpc>
            </a:pPr>
            <a:r>
              <a:rPr lang="en-US" sz="1291" b="1" dirty="0">
                <a:latin typeface="Arimo Bold"/>
                <a:ea typeface="Arimo Bold"/>
                <a:cs typeface="Arimo Bold"/>
                <a:sym typeface="Arimo Bold"/>
              </a:rPr>
              <a:t>Student Module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3214" y="2587030"/>
            <a:ext cx="5310683" cy="435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083">
                <a:latin typeface="Arimo"/>
                <a:ea typeface="Arimo"/>
                <a:cs typeface="Arimo"/>
                <a:sym typeface="Arimo"/>
              </a:rPr>
              <a:t>Dedicated features for academic planning, including subject management, progress tracking, and exam countdowns.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98104" y="3370064"/>
            <a:ext cx="418901" cy="418901"/>
            <a:chOff x="0" y="0"/>
            <a:chExt cx="837803" cy="837803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837819" cy="837819"/>
            </a:xfrm>
            <a:custGeom>
              <a:avLst/>
              <a:gdLst/>
              <a:ahLst/>
              <a:cxnLst/>
              <a:rect l="l" t="t" r="r" b="b"/>
              <a:pathLst>
                <a:path w="837819" h="837819">
                  <a:moveTo>
                    <a:pt x="0" y="0"/>
                  </a:moveTo>
                  <a:lnTo>
                    <a:pt x="837819" y="0"/>
                  </a:lnTo>
                  <a:lnTo>
                    <a:pt x="837819" y="837819"/>
                  </a:lnTo>
                  <a:lnTo>
                    <a:pt x="0" y="837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8103" y="3950793"/>
            <a:ext cx="2022376" cy="19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3"/>
              </a:lnSpc>
            </a:pPr>
            <a:r>
              <a:rPr lang="en-US" sz="1291" b="1">
                <a:latin typeface="Arimo Bold"/>
                <a:ea typeface="Arimo Bold"/>
                <a:cs typeface="Arimo Bold"/>
                <a:sym typeface="Arimo Bold"/>
              </a:rPr>
              <a:t>Task Analytics Module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103" y="4195465"/>
            <a:ext cx="5310584" cy="435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083">
                <a:latin typeface="Arimo"/>
                <a:ea typeface="Arimo"/>
                <a:cs typeface="Arimo"/>
                <a:sym typeface="Arimo"/>
              </a:rPr>
              <a:t>Provides visual insights, performance charts, and productivity heatmaps to track user progress.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183214" y="3370064"/>
            <a:ext cx="418902" cy="418901"/>
            <a:chOff x="0" y="0"/>
            <a:chExt cx="837803" cy="837803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837819" cy="837819"/>
            </a:xfrm>
            <a:custGeom>
              <a:avLst/>
              <a:gdLst/>
              <a:ahLst/>
              <a:cxnLst/>
              <a:rect l="l" t="t" r="r" b="b"/>
              <a:pathLst>
                <a:path w="837819" h="837819">
                  <a:moveTo>
                    <a:pt x="0" y="0"/>
                  </a:moveTo>
                  <a:lnTo>
                    <a:pt x="837819" y="0"/>
                  </a:lnTo>
                  <a:lnTo>
                    <a:pt x="837819" y="837819"/>
                  </a:lnTo>
                  <a:lnTo>
                    <a:pt x="0" y="837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183213" y="3950793"/>
            <a:ext cx="2214860" cy="19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3"/>
              </a:lnSpc>
            </a:pPr>
            <a:r>
              <a:rPr lang="en-US" sz="1291" b="1">
                <a:latin typeface="Arimo Bold"/>
                <a:ea typeface="Arimo Bold"/>
                <a:cs typeface="Arimo Bold"/>
                <a:sym typeface="Arimo Bold"/>
              </a:rPr>
              <a:t>AI &amp; Productivity Module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83214" y="4195465"/>
            <a:ext cx="5310683" cy="435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083">
                <a:latin typeface="Arimo"/>
                <a:ea typeface="Arimo"/>
                <a:cs typeface="Arimo"/>
                <a:sym typeface="Arimo"/>
              </a:rPr>
              <a:t>Integrates AI task suggestions, Pomodoro timers, and a motivational quotes section to boost efficiency.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698104" y="4978500"/>
            <a:ext cx="418901" cy="418902"/>
            <a:chOff x="0" y="0"/>
            <a:chExt cx="837803" cy="837803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837819" cy="837819"/>
            </a:xfrm>
            <a:custGeom>
              <a:avLst/>
              <a:gdLst/>
              <a:ahLst/>
              <a:cxnLst/>
              <a:rect l="l" t="t" r="r" b="b"/>
              <a:pathLst>
                <a:path w="837819" h="837819">
                  <a:moveTo>
                    <a:pt x="0" y="0"/>
                  </a:moveTo>
                  <a:lnTo>
                    <a:pt x="837819" y="0"/>
                  </a:lnTo>
                  <a:lnTo>
                    <a:pt x="837819" y="837819"/>
                  </a:lnTo>
                  <a:lnTo>
                    <a:pt x="0" y="837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98104" y="5559227"/>
            <a:ext cx="2427486" cy="19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3"/>
              </a:lnSpc>
            </a:pPr>
            <a:r>
              <a:rPr lang="en-US" sz="1291" b="1">
                <a:latin typeface="Arimo Bold"/>
                <a:ea typeface="Arimo Bold"/>
                <a:cs typeface="Arimo Bold"/>
                <a:sym typeface="Arimo Bold"/>
              </a:rPr>
              <a:t>Export &amp; Reporting Module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103" y="5803900"/>
            <a:ext cx="5310584" cy="435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083">
                <a:latin typeface="Arimo"/>
                <a:ea typeface="Arimo"/>
                <a:cs typeface="Arimo"/>
                <a:sym typeface="Arimo"/>
              </a:rPr>
              <a:t>Enables users to download tasks and progress reports in various formats (PDF, Excel, CSV).</a:t>
            </a:r>
          </a:p>
        </p:txBody>
      </p: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6183214" y="4978500"/>
            <a:ext cx="418902" cy="418902"/>
            <a:chOff x="0" y="0"/>
            <a:chExt cx="837803" cy="837803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837819" cy="837819"/>
            </a:xfrm>
            <a:custGeom>
              <a:avLst/>
              <a:gdLst/>
              <a:ahLst/>
              <a:cxnLst/>
              <a:rect l="l" t="t" r="r" b="b"/>
              <a:pathLst>
                <a:path w="837819" h="837819">
                  <a:moveTo>
                    <a:pt x="0" y="0"/>
                  </a:moveTo>
                  <a:lnTo>
                    <a:pt x="837819" y="0"/>
                  </a:lnTo>
                  <a:lnTo>
                    <a:pt x="837819" y="837819"/>
                  </a:lnTo>
                  <a:lnTo>
                    <a:pt x="0" y="837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" b="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183213" y="5559227"/>
            <a:ext cx="2638524" cy="19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3"/>
              </a:lnSpc>
            </a:pPr>
            <a:r>
              <a:rPr lang="en-US" sz="1291" b="1">
                <a:latin typeface="Arimo Bold"/>
                <a:ea typeface="Arimo Bold"/>
                <a:cs typeface="Arimo Bold"/>
                <a:sym typeface="Arimo Bold"/>
              </a:rPr>
              <a:t>Backend &amp; Database Module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83214" y="5803900"/>
            <a:ext cx="5310683" cy="435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083">
                <a:latin typeface="Arimo"/>
                <a:ea typeface="Arimo"/>
                <a:cs typeface="Arimo"/>
                <a:sym typeface="Arimo"/>
              </a:rPr>
              <a:t>Handles data storage with Supabase integration, ensuring real-time synchronization and offline capabilities.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9EC8-97D8-007B-66E1-80B1C3ED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19DF-5853-B021-D9BB-216EE8D2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84040" cy="10877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Methodology</a:t>
            </a:r>
            <a:br>
              <a:rPr lang="en-IN" dirty="0"/>
            </a:b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18710-E15E-AD91-ECBA-9E32B08B4A46}"/>
              </a:ext>
            </a:extLst>
          </p:cNvPr>
          <p:cNvSpPr txBox="1"/>
          <p:nvPr/>
        </p:nvSpPr>
        <p:spPr>
          <a:xfrm>
            <a:off x="101601" y="1097281"/>
            <a:ext cx="641095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1. </a:t>
            </a:r>
            <a:r>
              <a:rPr b="1" dirty="0"/>
              <a:t>Requirement Analysis </a:t>
            </a:r>
            <a:r>
              <a:rPr dirty="0"/>
              <a:t>– Identify needs of students and professionals.</a:t>
            </a:r>
          </a:p>
          <a:p>
            <a:pPr>
              <a:defRPr sz="1800"/>
            </a:pPr>
            <a:r>
              <a:rPr dirty="0"/>
              <a:t>2. </a:t>
            </a:r>
            <a:r>
              <a:rPr b="1" dirty="0"/>
              <a:t>System Design </a:t>
            </a:r>
            <a:r>
              <a:rPr dirty="0"/>
              <a:t>– Define architecture with React frontend and Sup</a:t>
            </a:r>
            <a:r>
              <a:rPr lang="en-US" dirty="0"/>
              <a:t>er </a:t>
            </a:r>
            <a:r>
              <a:rPr dirty="0"/>
              <a:t>base backend.</a:t>
            </a:r>
          </a:p>
          <a:p>
            <a:pPr>
              <a:defRPr sz="1800"/>
            </a:pPr>
            <a:r>
              <a:rPr dirty="0"/>
              <a:t>3</a:t>
            </a:r>
            <a:r>
              <a:rPr b="1" dirty="0"/>
              <a:t>. Task Management </a:t>
            </a:r>
            <a:r>
              <a:rPr dirty="0"/>
              <a:t>– Implement drag-and-drop boards, reminders, and deadlines.</a:t>
            </a:r>
          </a:p>
          <a:p>
            <a:pPr>
              <a:defRPr sz="1800"/>
            </a:pPr>
            <a:r>
              <a:rPr dirty="0"/>
              <a:t>4. </a:t>
            </a:r>
            <a:r>
              <a:rPr b="1" dirty="0"/>
              <a:t>AI Integration </a:t>
            </a:r>
            <a:r>
              <a:rPr dirty="0"/>
              <a:t>– Suggest priorities, productivity tips, and learning insights.</a:t>
            </a:r>
          </a:p>
          <a:p>
            <a:pPr>
              <a:defRPr sz="1800"/>
            </a:pPr>
            <a:r>
              <a:rPr dirty="0"/>
              <a:t>5. </a:t>
            </a:r>
            <a:r>
              <a:rPr b="1" dirty="0"/>
              <a:t>Student Tools </a:t>
            </a:r>
            <a:r>
              <a:rPr dirty="0"/>
              <a:t>– Subject planner, exam countdown, and progress tracker.</a:t>
            </a:r>
          </a:p>
          <a:p>
            <a:pPr>
              <a:defRPr sz="1800"/>
            </a:pPr>
            <a:r>
              <a:rPr dirty="0"/>
              <a:t>6. </a:t>
            </a:r>
            <a:r>
              <a:rPr b="1" dirty="0"/>
              <a:t>Professional Tools </a:t>
            </a:r>
            <a:r>
              <a:rPr dirty="0"/>
              <a:t>– Productivity heatmaps, deadline monitoring, and reports.</a:t>
            </a:r>
          </a:p>
          <a:p>
            <a:pPr>
              <a:defRPr sz="1800"/>
            </a:pPr>
            <a:r>
              <a:rPr dirty="0"/>
              <a:t>7. </a:t>
            </a:r>
            <a:r>
              <a:rPr b="1" dirty="0"/>
              <a:t>Data Storage &amp; Offline Support</a:t>
            </a:r>
            <a:r>
              <a:rPr dirty="0"/>
              <a:t> – Sup</a:t>
            </a:r>
            <a:r>
              <a:rPr lang="en-US" dirty="0"/>
              <a:t>er </a:t>
            </a:r>
            <a:r>
              <a:rPr dirty="0"/>
              <a:t>base sync with local caching.</a:t>
            </a:r>
          </a:p>
          <a:p>
            <a:pPr>
              <a:defRPr sz="1800"/>
            </a:pPr>
            <a:r>
              <a:rPr dirty="0"/>
              <a:t>8</a:t>
            </a:r>
            <a:r>
              <a:rPr b="1" dirty="0"/>
              <a:t>. Export Options </a:t>
            </a:r>
            <a:r>
              <a:rPr dirty="0"/>
              <a:t>– PDF, Excel, and CSV reports for analysis.</a:t>
            </a:r>
          </a:p>
          <a:p>
            <a:pPr>
              <a:defRPr sz="1800"/>
            </a:pPr>
            <a:r>
              <a:rPr dirty="0"/>
              <a:t>9. </a:t>
            </a:r>
            <a:r>
              <a:rPr b="1" dirty="0"/>
              <a:t>Testing &amp; Validation </a:t>
            </a:r>
            <a:r>
              <a:rPr dirty="0"/>
              <a:t>– Ensure usability, accuracy, and reliability.</a:t>
            </a:r>
          </a:p>
          <a:p>
            <a:pPr>
              <a:defRPr sz="1800"/>
            </a:pPr>
            <a:r>
              <a:rPr dirty="0"/>
              <a:t>10. </a:t>
            </a:r>
            <a:r>
              <a:rPr b="1" dirty="0"/>
              <a:t>Deployment</a:t>
            </a:r>
            <a:r>
              <a:rPr dirty="0"/>
              <a:t> – Host on cloud with continuous integration.</a:t>
            </a:r>
          </a:p>
        </p:txBody>
      </p:sp>
      <p:pic>
        <p:nvPicPr>
          <p:cNvPr id="1026" name="Picture 2" descr="waterfall-model-SDLC">
            <a:extLst>
              <a:ext uri="{FF2B5EF4-FFF2-40B4-BE49-F238E27FC236}">
                <a16:creationId xmlns:a16="http://schemas.microsoft.com/office/drawing/2014/main" id="{A0AFB157-C89A-5A58-EF66-47FA45A72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120" y="995363"/>
            <a:ext cx="5506720" cy="558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672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1C9F-46FA-9998-E5EC-AF9DDE6B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CA988D-883A-6DE5-451A-1B3609732F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35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📖 Project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8036B-43A1-5771-DDA8-51C0286ACCC5}"/>
              </a:ext>
            </a:extLst>
          </p:cNvPr>
          <p:cNvSpPr txBox="1"/>
          <p:nvPr/>
        </p:nvSpPr>
        <p:spPr>
          <a:xfrm>
            <a:off x="943897" y="1323541"/>
            <a:ext cx="10097729" cy="110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– Attendance system using AI + Spring Boot + MySQL.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real-world application of AI/ML in academics.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Advance analytic Dashboard, Multi Campus Integration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09F52D-D43D-A057-7FC5-3B4C6B9CED78}"/>
              </a:ext>
            </a:extLst>
          </p:cNvPr>
          <p:cNvGraphicFramePr>
            <a:graphicFrameLocks noGrp="1"/>
          </p:cNvGraphicFramePr>
          <p:nvPr/>
        </p:nvGraphicFramePr>
        <p:xfrm>
          <a:off x="0" y="2762864"/>
          <a:ext cx="12191420" cy="4120621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719356">
                  <a:extLst>
                    <a:ext uri="{9D8B030D-6E8A-4147-A177-3AD203B41FA5}">
                      <a16:colId xmlns:a16="http://schemas.microsoft.com/office/drawing/2014/main" val="3702407287"/>
                    </a:ext>
                  </a:extLst>
                </a:gridCol>
                <a:gridCol w="791186">
                  <a:extLst>
                    <a:ext uri="{9D8B030D-6E8A-4147-A177-3AD203B41FA5}">
                      <a16:colId xmlns:a16="http://schemas.microsoft.com/office/drawing/2014/main" val="3523616440"/>
                    </a:ext>
                  </a:extLst>
                </a:gridCol>
                <a:gridCol w="486137">
                  <a:extLst>
                    <a:ext uri="{9D8B030D-6E8A-4147-A177-3AD203B41FA5}">
                      <a16:colId xmlns:a16="http://schemas.microsoft.com/office/drawing/2014/main" val="1805107973"/>
                    </a:ext>
                  </a:extLst>
                </a:gridCol>
                <a:gridCol w="509286">
                  <a:extLst>
                    <a:ext uri="{9D8B030D-6E8A-4147-A177-3AD203B41FA5}">
                      <a16:colId xmlns:a16="http://schemas.microsoft.com/office/drawing/2014/main" val="3021891872"/>
                    </a:ext>
                  </a:extLst>
                </a:gridCol>
                <a:gridCol w="486136">
                  <a:extLst>
                    <a:ext uri="{9D8B030D-6E8A-4147-A177-3AD203B41FA5}">
                      <a16:colId xmlns:a16="http://schemas.microsoft.com/office/drawing/2014/main" val="2249446706"/>
                    </a:ext>
                  </a:extLst>
                </a:gridCol>
                <a:gridCol w="523796">
                  <a:extLst>
                    <a:ext uri="{9D8B030D-6E8A-4147-A177-3AD203B41FA5}">
                      <a16:colId xmlns:a16="http://schemas.microsoft.com/office/drawing/2014/main" val="3363212852"/>
                    </a:ext>
                  </a:extLst>
                </a:gridCol>
                <a:gridCol w="552650">
                  <a:extLst>
                    <a:ext uri="{9D8B030D-6E8A-4147-A177-3AD203B41FA5}">
                      <a16:colId xmlns:a16="http://schemas.microsoft.com/office/drawing/2014/main" val="2713959656"/>
                    </a:ext>
                  </a:extLst>
                </a:gridCol>
                <a:gridCol w="497711">
                  <a:extLst>
                    <a:ext uri="{9D8B030D-6E8A-4147-A177-3AD203B41FA5}">
                      <a16:colId xmlns:a16="http://schemas.microsoft.com/office/drawing/2014/main" val="1038198341"/>
                    </a:ext>
                  </a:extLst>
                </a:gridCol>
                <a:gridCol w="486137">
                  <a:extLst>
                    <a:ext uri="{9D8B030D-6E8A-4147-A177-3AD203B41FA5}">
                      <a16:colId xmlns:a16="http://schemas.microsoft.com/office/drawing/2014/main" val="1500052588"/>
                    </a:ext>
                  </a:extLst>
                </a:gridCol>
                <a:gridCol w="462987">
                  <a:extLst>
                    <a:ext uri="{9D8B030D-6E8A-4147-A177-3AD203B41FA5}">
                      <a16:colId xmlns:a16="http://schemas.microsoft.com/office/drawing/2014/main" val="1488114869"/>
                    </a:ext>
                  </a:extLst>
                </a:gridCol>
                <a:gridCol w="405114">
                  <a:extLst>
                    <a:ext uri="{9D8B030D-6E8A-4147-A177-3AD203B41FA5}">
                      <a16:colId xmlns:a16="http://schemas.microsoft.com/office/drawing/2014/main" val="212815576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310712258"/>
                    </a:ext>
                  </a:extLst>
                </a:gridCol>
                <a:gridCol w="555585">
                  <a:extLst>
                    <a:ext uri="{9D8B030D-6E8A-4147-A177-3AD203B41FA5}">
                      <a16:colId xmlns:a16="http://schemas.microsoft.com/office/drawing/2014/main" val="1077549355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1950228302"/>
                    </a:ext>
                  </a:extLst>
                </a:gridCol>
                <a:gridCol w="567159">
                  <a:extLst>
                    <a:ext uri="{9D8B030D-6E8A-4147-A177-3AD203B41FA5}">
                      <a16:colId xmlns:a16="http://schemas.microsoft.com/office/drawing/2014/main" val="3387741308"/>
                    </a:ext>
                  </a:extLst>
                </a:gridCol>
                <a:gridCol w="567160">
                  <a:extLst>
                    <a:ext uri="{9D8B030D-6E8A-4147-A177-3AD203B41FA5}">
                      <a16:colId xmlns:a16="http://schemas.microsoft.com/office/drawing/2014/main" val="203257301"/>
                    </a:ext>
                  </a:extLst>
                </a:gridCol>
                <a:gridCol w="520861">
                  <a:extLst>
                    <a:ext uri="{9D8B030D-6E8A-4147-A177-3AD203B41FA5}">
                      <a16:colId xmlns:a16="http://schemas.microsoft.com/office/drawing/2014/main" val="1246731442"/>
                    </a:ext>
                  </a:extLst>
                </a:gridCol>
                <a:gridCol w="428263">
                  <a:extLst>
                    <a:ext uri="{9D8B030D-6E8A-4147-A177-3AD203B41FA5}">
                      <a16:colId xmlns:a16="http://schemas.microsoft.com/office/drawing/2014/main" val="3098368934"/>
                    </a:ext>
                  </a:extLst>
                </a:gridCol>
                <a:gridCol w="520726">
                  <a:extLst>
                    <a:ext uri="{9D8B030D-6E8A-4147-A177-3AD203B41FA5}">
                      <a16:colId xmlns:a16="http://schemas.microsoft.com/office/drawing/2014/main" val="340980404"/>
                    </a:ext>
                  </a:extLst>
                </a:gridCol>
              </a:tblGrid>
              <a:tr h="2999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PHASE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Week 1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6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7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8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9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10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11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12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16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17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18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4005778051"/>
                  </a:ext>
                </a:extLst>
              </a:tr>
              <a:tr h="585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Requirement Analysis &amp; Planning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████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████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3573645452"/>
                  </a:ext>
                </a:extLst>
              </a:tr>
              <a:tr h="245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System Design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2103410386"/>
                  </a:ext>
                </a:extLst>
              </a:tr>
              <a:tr h="4153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Dataset Preparation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50358745"/>
                  </a:ext>
                </a:extLst>
              </a:tr>
              <a:tr h="358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Model Development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708940374"/>
                  </a:ext>
                </a:extLst>
              </a:tr>
              <a:tr h="641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Integration &amp; Backend Development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C0000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C0000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C0000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1243589962"/>
                  </a:ext>
                </a:extLst>
              </a:tr>
              <a:tr h="4153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Frontend Development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92D05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92D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92D05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92D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3251393650"/>
                  </a:ext>
                </a:extLst>
              </a:tr>
              <a:tr h="4153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Testing &amp; Debugging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7030A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7030A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822226097"/>
                  </a:ext>
                </a:extLst>
              </a:tr>
              <a:tr h="245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Deployment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1490433058"/>
                  </a:ext>
                </a:extLst>
              </a:tr>
              <a:tr h="472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Documentation &amp; Reporting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rgbClr val="00B0F0"/>
                          </a:solidFill>
                        </a:rPr>
                        <a:t>████</a:t>
                      </a:r>
                      <a:endParaRPr lang="en-IN" sz="1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22" marR="20622" marT="10311" marB="10311" anchor="ctr"/>
                </a:tc>
                <a:extLst>
                  <a:ext uri="{0D108BD9-81ED-4DB2-BD59-A6C34878D82A}">
                    <a16:rowId xmlns:a16="http://schemas.microsoft.com/office/drawing/2014/main" val="32257297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FC0049-10F8-2C15-D893-5AEA7F2E8BCD}"/>
              </a:ext>
            </a:extLst>
          </p:cNvPr>
          <p:cNvSpPr txBox="1"/>
          <p:nvPr/>
        </p:nvSpPr>
        <p:spPr>
          <a:xfrm>
            <a:off x="10307638" y="2184034"/>
            <a:ext cx="1884362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DB8533F-3F30-878F-7914-5326E84323F1}"/>
              </a:ext>
            </a:extLst>
          </p:cNvPr>
          <p:cNvSpPr/>
          <p:nvPr/>
        </p:nvSpPr>
        <p:spPr>
          <a:xfrm>
            <a:off x="9809624" y="2383060"/>
            <a:ext cx="206478" cy="3941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350ED0-6480-8710-C11B-D00FB3702604}"/>
              </a:ext>
            </a:extLst>
          </p:cNvPr>
          <p:cNvSpPr/>
          <p:nvPr/>
        </p:nvSpPr>
        <p:spPr>
          <a:xfrm>
            <a:off x="9850438" y="2309705"/>
            <a:ext cx="457200" cy="125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271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  <a:solidFill>
            <a:schemeClr val="tx1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8104" y="547192"/>
            <a:ext cx="9169797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25"/>
              </a:lnSpc>
            </a:pPr>
            <a:r>
              <a:rPr lang="en-US" sz="3291" b="1" dirty="0">
                <a:latin typeface="Arimo Bold"/>
                <a:ea typeface="Arimo Bold"/>
                <a:cs typeface="Arimo Bold"/>
                <a:sym typeface="Arimo Bold"/>
              </a:rPr>
              <a:t>Visualizing Success: Analytics &amp;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104" y="1402457"/>
            <a:ext cx="10795793" cy="54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9"/>
              </a:lnSpc>
            </a:pPr>
            <a:r>
              <a:rPr lang="en-US" sz="1600" b="1" dirty="0">
                <a:latin typeface="Arimo"/>
                <a:ea typeface="Arimo"/>
                <a:cs typeface="Arimo"/>
                <a:sym typeface="Arimo"/>
              </a:rPr>
              <a:t>Our powerful analytics module transforms your productivity data into clear, actionable insights, helping you understand your progress and optimize your workflow</a:t>
            </a:r>
            <a:r>
              <a:rPr lang="en-US" sz="1375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98104" y="2444056"/>
            <a:ext cx="4660999" cy="2405261"/>
            <a:chOff x="0" y="0"/>
            <a:chExt cx="9321998" cy="481052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322054" cy="4810506"/>
            </a:xfrm>
            <a:custGeom>
              <a:avLst/>
              <a:gdLst/>
              <a:ahLst/>
              <a:cxnLst/>
              <a:rect l="l" t="t" r="r" b="b"/>
              <a:pathLst>
                <a:path w="9322054" h="4810506">
                  <a:moveTo>
                    <a:pt x="0" y="0"/>
                  </a:moveTo>
                  <a:lnTo>
                    <a:pt x="9322054" y="0"/>
                  </a:lnTo>
                  <a:lnTo>
                    <a:pt x="9322054" y="4810506"/>
                  </a:lnTo>
                  <a:lnTo>
                    <a:pt x="0" y="4810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" b="-30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8685" y="4874717"/>
            <a:ext cx="179487" cy="179487"/>
            <a:chOff x="0" y="0"/>
            <a:chExt cx="358973" cy="3589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9029" cy="359029"/>
            </a:xfrm>
            <a:custGeom>
              <a:avLst/>
              <a:gdLst/>
              <a:ahLst/>
              <a:cxnLst/>
              <a:rect l="l" t="t" r="r" b="b"/>
              <a:pathLst>
                <a:path w="359029" h="35902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28549" y="0"/>
                  </a:lnTo>
                  <a:cubicBezTo>
                    <a:pt x="345440" y="0"/>
                    <a:pt x="359029" y="13589"/>
                    <a:pt x="359029" y="30480"/>
                  </a:cubicBezTo>
                  <a:lnTo>
                    <a:pt x="359029" y="328549"/>
                  </a:lnTo>
                  <a:cubicBezTo>
                    <a:pt x="359029" y="345440"/>
                    <a:pt x="345440" y="359029"/>
                    <a:pt x="328549" y="359029"/>
                  </a:cubicBezTo>
                  <a:lnTo>
                    <a:pt x="30480" y="359029"/>
                  </a:lnTo>
                  <a:cubicBezTo>
                    <a:pt x="13589" y="359029"/>
                    <a:pt x="0" y="345440"/>
                    <a:pt x="0" y="328549"/>
                  </a:cubicBezTo>
                  <a:close/>
                </a:path>
              </a:pathLst>
            </a:custGeom>
            <a:solidFill>
              <a:srgbClr val="1E0099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98972" y="4893767"/>
            <a:ext cx="868065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75"/>
              </a:lnSpc>
            </a:pPr>
            <a:r>
              <a:rPr lang="en-US" sz="13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Completed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84053" y="4874717"/>
            <a:ext cx="179487" cy="179487"/>
            <a:chOff x="0" y="0"/>
            <a:chExt cx="358973" cy="3589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029" cy="359029"/>
            </a:xfrm>
            <a:custGeom>
              <a:avLst/>
              <a:gdLst/>
              <a:ahLst/>
              <a:cxnLst/>
              <a:rect l="l" t="t" r="r" b="b"/>
              <a:pathLst>
                <a:path w="359029" h="35902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28549" y="0"/>
                  </a:lnTo>
                  <a:cubicBezTo>
                    <a:pt x="345440" y="0"/>
                    <a:pt x="359029" y="13589"/>
                    <a:pt x="359029" y="30480"/>
                  </a:cubicBezTo>
                  <a:lnTo>
                    <a:pt x="359029" y="328549"/>
                  </a:lnTo>
                  <a:cubicBezTo>
                    <a:pt x="359029" y="345440"/>
                    <a:pt x="345440" y="359029"/>
                    <a:pt x="328549" y="359029"/>
                  </a:cubicBezTo>
                  <a:lnTo>
                    <a:pt x="30480" y="359029"/>
                  </a:lnTo>
                  <a:cubicBezTo>
                    <a:pt x="13589" y="359029"/>
                    <a:pt x="0" y="345440"/>
                    <a:pt x="0" y="328549"/>
                  </a:cubicBezTo>
                  <a:close/>
                </a:path>
              </a:pathLst>
            </a:custGeom>
            <a:solidFill>
              <a:srgbClr val="3909FF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14341" y="4893767"/>
            <a:ext cx="658713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5"/>
              </a:lnSpc>
            </a:pPr>
            <a:r>
              <a:rPr lang="en-US" sz="13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Pending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890069" y="4874717"/>
            <a:ext cx="179487" cy="179487"/>
            <a:chOff x="0" y="0"/>
            <a:chExt cx="358973" cy="3589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9029" cy="359029"/>
            </a:xfrm>
            <a:custGeom>
              <a:avLst/>
              <a:gdLst/>
              <a:ahLst/>
              <a:cxnLst/>
              <a:rect l="l" t="t" r="r" b="b"/>
              <a:pathLst>
                <a:path w="359029" h="35902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28549" y="0"/>
                  </a:lnTo>
                  <a:cubicBezTo>
                    <a:pt x="345440" y="0"/>
                    <a:pt x="359029" y="13589"/>
                    <a:pt x="359029" y="30480"/>
                  </a:cubicBezTo>
                  <a:lnTo>
                    <a:pt x="359029" y="328549"/>
                  </a:lnTo>
                  <a:cubicBezTo>
                    <a:pt x="359029" y="345440"/>
                    <a:pt x="345440" y="359029"/>
                    <a:pt x="328549" y="359029"/>
                  </a:cubicBezTo>
                  <a:lnTo>
                    <a:pt x="30480" y="359029"/>
                  </a:lnTo>
                  <a:cubicBezTo>
                    <a:pt x="13589" y="359029"/>
                    <a:pt x="0" y="345440"/>
                    <a:pt x="0" y="328549"/>
                  </a:cubicBezTo>
                  <a:close/>
                </a:path>
              </a:pathLst>
            </a:custGeom>
            <a:solidFill>
              <a:srgbClr val="9277FF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120357" y="4893767"/>
            <a:ext cx="68847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75"/>
              </a:lnSpc>
            </a:pPr>
            <a:r>
              <a:rPr lang="en-US" sz="13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Overdue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104" y="5192614"/>
            <a:ext cx="5178921" cy="5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9"/>
              </a:lnSpc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Pie charts provide a quick overview of your task distribution, showing the proportion of completed, pending, and overdue tasks at a glance</a:t>
            </a:r>
            <a:r>
              <a:rPr lang="en-US" sz="1375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321327" y="2444057"/>
            <a:ext cx="4660999" cy="2610147"/>
            <a:chOff x="0" y="0"/>
            <a:chExt cx="9321998" cy="5220295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9322054" cy="5220335"/>
            </a:xfrm>
            <a:custGeom>
              <a:avLst/>
              <a:gdLst/>
              <a:ahLst/>
              <a:cxnLst/>
              <a:rect l="l" t="t" r="r" b="b"/>
              <a:pathLst>
                <a:path w="9322054" h="5220335">
                  <a:moveTo>
                    <a:pt x="0" y="0"/>
                  </a:moveTo>
                  <a:lnTo>
                    <a:pt x="9322054" y="0"/>
                  </a:lnTo>
                  <a:lnTo>
                    <a:pt x="9322054" y="5220335"/>
                  </a:lnTo>
                  <a:lnTo>
                    <a:pt x="0" y="522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" r="-4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321326" y="5192614"/>
            <a:ext cx="5178921" cy="81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9"/>
              </a:lnSpc>
            </a:pPr>
            <a:r>
              <a:rPr lang="en-US" sz="1400" dirty="0">
                <a:latin typeface="Arimo"/>
                <a:ea typeface="Arimo"/>
                <a:cs typeface="Arimo"/>
                <a:sym typeface="Arimo"/>
              </a:rPr>
              <a:t>Bar graphs visually compare completed versus pending tasks and highlight your overall activity with GitHub-style productivity heatmaps, helping you identify peak productivity times.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IN" sz="120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8104" y="548184"/>
            <a:ext cx="5115321" cy="429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8"/>
              </a:lnSpc>
            </a:pPr>
            <a:r>
              <a:rPr lang="en-US" sz="2749" b="1" dirty="0">
                <a:latin typeface="Arimo Bold"/>
                <a:ea typeface="Arimo Bold"/>
                <a:cs typeface="Arimo Bold"/>
                <a:sym typeface="Arimo Bold"/>
              </a:rPr>
              <a:t>Conclusion &amp; Future Vision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104" y="1249264"/>
            <a:ext cx="10795793" cy="473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5"/>
              </a:lnSpc>
            </a:pPr>
            <a:r>
              <a:rPr lang="en-US" sz="1400" b="1" dirty="0">
                <a:latin typeface="Arimo"/>
                <a:ea typeface="Arimo"/>
                <a:cs typeface="Arimo"/>
                <a:sym typeface="Arimo"/>
              </a:rPr>
              <a:t>This project successfully delivers an innovative, student-focused productivity platform that extends far beyond conventional to-do applications. Designed to enhance task management and time efficiency, it caters equally to students, exam aspirants, and busy professionals.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104" y="2003028"/>
            <a:ext cx="2656185" cy="24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1"/>
              </a:lnSpc>
            </a:pPr>
            <a:r>
              <a:rPr lang="en-US" sz="1625" b="1" dirty="0">
                <a:latin typeface="Arimo Bold"/>
                <a:ea typeface="Arimo Bold"/>
                <a:cs typeface="Arimo Bold"/>
                <a:sym typeface="Arimo Bold"/>
              </a:rPr>
              <a:t>Future Enhancements: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98104" y="2504083"/>
            <a:ext cx="748010" cy="897631"/>
            <a:chOff x="0" y="0"/>
            <a:chExt cx="1496020" cy="179526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496060" cy="1795272"/>
            </a:xfrm>
            <a:custGeom>
              <a:avLst/>
              <a:gdLst/>
              <a:ahLst/>
              <a:cxnLst/>
              <a:rect l="l" t="t" r="r" b="b"/>
              <a:pathLst>
                <a:path w="1496060" h="1795272">
                  <a:moveTo>
                    <a:pt x="0" y="0"/>
                  </a:moveTo>
                  <a:lnTo>
                    <a:pt x="1496060" y="0"/>
                  </a:lnTo>
                  <a:lnTo>
                    <a:pt x="1496060" y="1795272"/>
                  </a:lnTo>
                  <a:lnTo>
                    <a:pt x="0" y="1795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3" r="-21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95636" y="2640907"/>
            <a:ext cx="1775221" cy="21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08"/>
              </a:lnSpc>
            </a:pPr>
            <a:r>
              <a:rPr lang="en-US" sz="1375" b="1" dirty="0">
                <a:latin typeface="Arimo Bold"/>
                <a:ea typeface="Arimo Bold"/>
                <a:cs typeface="Arimo Bold"/>
                <a:sym typeface="Arimo Bold"/>
              </a:rPr>
              <a:t>Native Mobile App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5636" y="2899768"/>
            <a:ext cx="9898261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5"/>
              </a:lnSpc>
            </a:pPr>
            <a:r>
              <a:rPr lang="en-US" sz="1400" dirty="0">
                <a:latin typeface="Arimo"/>
                <a:ea typeface="Arimo"/>
                <a:cs typeface="Arimo"/>
                <a:sym typeface="Arimo"/>
              </a:rPr>
              <a:t>Develop a full-featured mobile application using React Native to ensure native performance and accessibility on iOS and Android devices</a:t>
            </a:r>
            <a:r>
              <a:rPr lang="en-US" sz="14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698104" y="3401715"/>
            <a:ext cx="748010" cy="897631"/>
            <a:chOff x="0" y="0"/>
            <a:chExt cx="1496020" cy="179526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496060" cy="1795272"/>
            </a:xfrm>
            <a:custGeom>
              <a:avLst/>
              <a:gdLst/>
              <a:ahLst/>
              <a:cxnLst/>
              <a:rect l="l" t="t" r="r" b="b"/>
              <a:pathLst>
                <a:path w="1496060" h="1795272">
                  <a:moveTo>
                    <a:pt x="0" y="0"/>
                  </a:moveTo>
                  <a:lnTo>
                    <a:pt x="1496060" y="0"/>
                  </a:lnTo>
                  <a:lnTo>
                    <a:pt x="1496060" y="1795272"/>
                  </a:lnTo>
                  <a:lnTo>
                    <a:pt x="0" y="1795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3" r="-21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95636" y="3538538"/>
            <a:ext cx="2088357" cy="21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08"/>
              </a:lnSpc>
            </a:pPr>
            <a:r>
              <a:rPr lang="en-US" sz="1375" b="1" dirty="0">
                <a:latin typeface="Arimo Bold"/>
                <a:ea typeface="Arimo Bold"/>
                <a:cs typeface="Arimo Bold"/>
                <a:sym typeface="Arimo Bold"/>
              </a:rPr>
              <a:t>Advanced AI Chatbot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95636" y="3797400"/>
            <a:ext cx="9898261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5"/>
              </a:lnSpc>
            </a:pPr>
            <a:r>
              <a:rPr lang="en-US" sz="1400" dirty="0">
                <a:latin typeface="Arimo"/>
                <a:ea typeface="Arimo"/>
                <a:cs typeface="Arimo"/>
                <a:sym typeface="Arimo"/>
              </a:rPr>
              <a:t>Integrate a sophisticated AI chatbot assistant to provide personalized study plans, work schedules, and real-time productivity coaching</a:t>
            </a:r>
            <a:r>
              <a:rPr lang="en-US" sz="14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98104" y="4299347"/>
            <a:ext cx="748010" cy="897631"/>
            <a:chOff x="0" y="0"/>
            <a:chExt cx="1496020" cy="1795263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496060" cy="1795272"/>
            </a:xfrm>
            <a:custGeom>
              <a:avLst/>
              <a:gdLst/>
              <a:ahLst/>
              <a:cxnLst/>
              <a:rect l="l" t="t" r="r" b="b"/>
              <a:pathLst>
                <a:path w="1496060" h="1795272">
                  <a:moveTo>
                    <a:pt x="0" y="0"/>
                  </a:moveTo>
                  <a:lnTo>
                    <a:pt x="1496060" y="0"/>
                  </a:lnTo>
                  <a:lnTo>
                    <a:pt x="1496060" y="1795272"/>
                  </a:lnTo>
                  <a:lnTo>
                    <a:pt x="0" y="1795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3" r="-21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95636" y="4436170"/>
            <a:ext cx="2379663" cy="21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08"/>
              </a:lnSpc>
            </a:pPr>
            <a:r>
              <a:rPr lang="en-US" sz="1375" b="1" dirty="0">
                <a:latin typeface="Arimo Bold"/>
                <a:ea typeface="Arimo Bold"/>
                <a:cs typeface="Arimo Bold"/>
                <a:sym typeface="Arimo Bold"/>
              </a:rPr>
              <a:t>Multi-Device Cloud Sync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5636" y="4683168"/>
            <a:ext cx="9898261" cy="473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5"/>
              </a:lnSpc>
            </a:pPr>
            <a:r>
              <a:rPr lang="en-US" sz="1400" dirty="0">
                <a:latin typeface="Arimo"/>
                <a:ea typeface="Arimo"/>
                <a:cs typeface="Arimo"/>
                <a:sym typeface="Arimo"/>
              </a:rPr>
              <a:t>Implement seamless cloud synchronization across all user devices, ensuring tasks and data are always up-to-date and accessible from anywhere</a:t>
            </a:r>
            <a:r>
              <a:rPr lang="en-US" sz="14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698104" y="5196980"/>
            <a:ext cx="748010" cy="1087338"/>
            <a:chOff x="0" y="0"/>
            <a:chExt cx="1496020" cy="2174677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496060" cy="2174621"/>
            </a:xfrm>
            <a:custGeom>
              <a:avLst/>
              <a:gdLst/>
              <a:ahLst/>
              <a:cxnLst/>
              <a:rect l="l" t="t" r="r" b="b"/>
              <a:pathLst>
                <a:path w="1496060" h="2174621">
                  <a:moveTo>
                    <a:pt x="0" y="0"/>
                  </a:moveTo>
                  <a:lnTo>
                    <a:pt x="1496060" y="0"/>
                  </a:lnTo>
                  <a:lnTo>
                    <a:pt x="1496060" y="2174621"/>
                  </a:lnTo>
                  <a:lnTo>
                    <a:pt x="0" y="2174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4" r="-152" b="-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95636" y="5333802"/>
            <a:ext cx="2820789" cy="21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08"/>
              </a:lnSpc>
            </a:pPr>
            <a:r>
              <a:rPr lang="en-US" sz="1375" b="1" dirty="0">
                <a:latin typeface="Arimo Bold"/>
                <a:ea typeface="Arimo Bold"/>
                <a:cs typeface="Arimo Bold"/>
                <a:sym typeface="Arimo Bold"/>
              </a:rPr>
              <a:t>Team Collaboration Features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5636" y="5592664"/>
            <a:ext cx="9898261" cy="473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5"/>
              </a:lnSpc>
            </a:pPr>
            <a:r>
              <a:rPr lang="en-US" sz="1400" dirty="0">
                <a:latin typeface="Arimo"/>
                <a:ea typeface="Arimo"/>
                <a:cs typeface="Arimo"/>
                <a:sym typeface="Arimo"/>
              </a:rPr>
              <a:t>Introduce robust features for team collaboration, enabling shared task lists, project assignments, and collaborative progress tracking for groups and teams</a:t>
            </a:r>
            <a:r>
              <a:rPr lang="en-US" sz="14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1262</Words>
  <Application>Microsoft Office PowerPoint</Application>
  <PresentationFormat>Widescreen</PresentationFormat>
  <Paragraphs>167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Arimo</vt:lpstr>
      <vt:lpstr>Arimo Bold</vt:lpstr>
      <vt:lpstr>Syne Bold</vt:lpstr>
      <vt:lpstr>Times New Roman</vt:lpstr>
      <vt:lpstr>Wingdings</vt:lpstr>
      <vt:lpstr>Office Theme</vt:lpstr>
      <vt:lpstr>PowerPoint Presentation</vt:lpstr>
      <vt:lpstr>AI-Powered Smart Productivity Planner AI-Powered Smart Productivity   </vt:lpstr>
      <vt:lpstr>Project Abstract: Beyond the Ordinary To-Do List</vt:lpstr>
      <vt:lpstr>Core Objectives: Enhancing Productivity &amp; Planning</vt:lpstr>
      <vt:lpstr>Addressing Key Challenges </vt:lpstr>
      <vt:lpstr>Proposed System Capabilities </vt:lpstr>
      <vt:lpstr>Slide Title: Comprehensive Features for Enhanced Productivity </vt:lpstr>
      <vt:lpstr>PowerPoint Presentation</vt:lpstr>
      <vt:lpstr>Methodology </vt:lpstr>
      <vt:lpstr>PowerPoint Presentation</vt:lpstr>
      <vt:lpstr>Methodology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Apoorv Jain</dc:creator>
  <cp:lastModifiedBy>Anshu patel</cp:lastModifiedBy>
  <cp:revision>7</cp:revision>
  <dcterms:created xsi:type="dcterms:W3CDTF">2024-09-12T08:34:15Z</dcterms:created>
  <dcterms:modified xsi:type="dcterms:W3CDTF">2025-09-14T17:24:23Z</dcterms:modified>
</cp:coreProperties>
</file>