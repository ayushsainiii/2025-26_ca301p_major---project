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2"/>
  </p:normalViewPr>
  <p:slideViewPr>
    <p:cSldViewPr snapToGrid="0">
      <p:cViewPr varScale="1">
        <p:scale>
          <a:sx n="119" d="100"/>
          <a:sy n="119" d="100"/>
        </p:scale>
        <p:origin x="10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4284" y="2514601"/>
            <a:ext cx="715048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4284" y="4777381"/>
            <a:ext cx="715048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4362" y="4321159"/>
            <a:ext cx="1511762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8612" y="4529542"/>
            <a:ext cx="633726" cy="365125"/>
          </a:xfrm>
        </p:spPr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51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7302" y="624110"/>
            <a:ext cx="7138299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4283" y="2133600"/>
            <a:ext cx="7141317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63" y="711194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28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283" y="2074562"/>
            <a:ext cx="7141317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83" y="3581400"/>
            <a:ext cx="7141317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63" y="3166528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53830" y="3244141"/>
            <a:ext cx="633726" cy="365125"/>
          </a:xfrm>
        </p:spPr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2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4285" y="2136707"/>
            <a:ext cx="3463992" cy="376739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82083" y="2136707"/>
            <a:ext cx="3463517" cy="376739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63" y="711194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53830" y="787784"/>
            <a:ext cx="633726" cy="365125"/>
          </a:xfrm>
        </p:spPr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7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4131" y="2226626"/>
            <a:ext cx="311414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4283" y="2802888"/>
            <a:ext cx="3463993" cy="31057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7501" y="2223398"/>
            <a:ext cx="311267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78191" y="2799660"/>
            <a:ext cx="3461987" cy="31057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63" y="711194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53830" y="787784"/>
            <a:ext cx="633726" cy="365125"/>
          </a:xfrm>
        </p:spPr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23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7300" y="624110"/>
            <a:ext cx="7138300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63" y="711194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7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63" y="711194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1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283" y="446088"/>
            <a:ext cx="2848716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8785" y="446089"/>
            <a:ext cx="4106815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4283" y="1598613"/>
            <a:ext cx="2848716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63" y="711194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74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283" y="4800600"/>
            <a:ext cx="714131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04283" y="634965"/>
            <a:ext cx="7141317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4283" y="5367338"/>
            <a:ext cx="7141317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63" y="4910661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53830" y="4983089"/>
            <a:ext cx="633726" cy="365125"/>
          </a:xfrm>
        </p:spPr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05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283" y="609600"/>
            <a:ext cx="7141317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83" y="4354046"/>
            <a:ext cx="714131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63" y="3166528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53830" y="3244141"/>
            <a:ext cx="633726" cy="365125"/>
          </a:xfrm>
        </p:spPr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5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0467" y="609600"/>
            <a:ext cx="6618719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617303" y="3505200"/>
            <a:ext cx="6125045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83" y="4354046"/>
            <a:ext cx="714131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63" y="3166528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53830" y="3244141"/>
            <a:ext cx="633726" cy="365125"/>
          </a:xfrm>
        </p:spPr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959010" y="648005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0328" y="2905306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2931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283" y="2438402"/>
            <a:ext cx="7141317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4283" y="5181600"/>
            <a:ext cx="7141317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63" y="4910661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53830" y="4983089"/>
            <a:ext cx="633726" cy="365125"/>
          </a:xfrm>
        </p:spPr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99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370467" y="609600"/>
            <a:ext cx="6618719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04283" y="4343400"/>
            <a:ext cx="724565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4283" y="5181600"/>
            <a:ext cx="72456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63" y="4910661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53830" y="4983089"/>
            <a:ext cx="633726" cy="365125"/>
          </a:xfrm>
        </p:spPr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959010" y="648005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0328" y="2905306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0971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284" y="627407"/>
            <a:ext cx="7141316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04283" y="4343400"/>
            <a:ext cx="7141317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4283" y="5181600"/>
            <a:ext cx="7141317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63" y="4910661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53830" y="4983089"/>
            <a:ext cx="633726" cy="365125"/>
          </a:xfrm>
        </p:spPr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81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63" y="711194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53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51746" y="627407"/>
            <a:ext cx="1794143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4284" y="627407"/>
            <a:ext cx="5109377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63" y="711194"/>
            <a:ext cx="1471552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21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21463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2123" y="285"/>
            <a:ext cx="2114961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9812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7300" y="624110"/>
            <a:ext cx="71383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83" y="2133600"/>
            <a:ext cx="7141317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20100" y="6135090"/>
            <a:ext cx="830245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8E52B-DF62-EE4E-ACD0-E5FFB2C13E85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04283" y="6135810"/>
            <a:ext cx="61928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53830" y="787784"/>
            <a:ext cx="6337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0D5BA65-EEE8-B841-902B-A1E85E4E62B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D8848B-C779-F910-180D-BD0194E8119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314000" y="63500"/>
            <a:ext cx="131286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- Unencrypted</a:t>
            </a:r>
          </a:p>
        </p:txBody>
      </p:sp>
    </p:spTree>
    <p:extLst>
      <p:ext uri="{BB962C8B-B14F-4D97-AF65-F5344CB8AC3E}">
        <p14:creationId xmlns:p14="http://schemas.microsoft.com/office/powerpoint/2010/main" val="257211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905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C00FB2-2F56-5257-5908-193F28B78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0612" y="1864865"/>
            <a:ext cx="6606885" cy="2262781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b="1">
                <a:latin typeface="+mj-lt"/>
                <a:ea typeface="+mj-ea"/>
                <a:cs typeface="+mj-cs"/>
              </a:rPr>
              <a:t>E-Commerce Website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44B2A-07B0-E4B3-93C1-07D23D417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0612" y="4127644"/>
            <a:ext cx="6606885" cy="1126283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</a:pPr>
            <a:r>
              <a:rPr lang="en-US" b="1"/>
              <a:t>Presented By:</a:t>
            </a:r>
            <a:br>
              <a:rPr lang="en-US" b="1"/>
            </a:br>
            <a:r>
              <a:rPr lang="en-US" b="1"/>
              <a:t>Harsh Gupta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3168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316847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81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113" y="-786"/>
            <a:ext cx="1914796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95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8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29" y="3411452"/>
            <a:ext cx="892282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8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0EC485-5AA8-A893-AD7E-7F1F8FEDC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7302" y="624110"/>
            <a:ext cx="7138299" cy="1280890"/>
          </a:xfrm>
        </p:spPr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A53216-C342-1711-4FFC-7DD6A9353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283" y="2133600"/>
            <a:ext cx="7141317" cy="3777622"/>
          </a:xfrm>
        </p:spPr>
        <p:txBody>
          <a:bodyPr/>
          <a:lstStyle/>
          <a:p>
            <a:r>
              <a:rPr lang="en-IN" dirty="0"/>
              <a:t>E-commerce growth and digital shopping trends</a:t>
            </a:r>
          </a:p>
          <a:p>
            <a:r>
              <a:rPr lang="en-IN" dirty="0"/>
              <a:t>Need for a scalable, full-stack solution</a:t>
            </a:r>
          </a:p>
          <a:p>
            <a:r>
              <a:rPr lang="en-IN" i="1" dirty="0"/>
              <a:t>Build a MERN-based E-Commerce Web App with Admin Panel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928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2FA1F6-4ACC-7D3B-6A1E-D002A559210E}"/>
              </a:ext>
            </a:extLst>
          </p:cNvPr>
          <p:cNvSpPr txBox="1">
            <a:spLocks/>
          </p:cNvSpPr>
          <p:nvPr/>
        </p:nvSpPr>
        <p:spPr>
          <a:xfrm>
            <a:off x="2107302" y="624110"/>
            <a:ext cx="7138299" cy="1280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Objective</a:t>
            </a:r>
            <a:endParaRPr lang="en-US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C9A9BB-B842-F412-0A7B-ADFD419D37CC}"/>
              </a:ext>
            </a:extLst>
          </p:cNvPr>
          <p:cNvSpPr txBox="1">
            <a:spLocks/>
          </p:cNvSpPr>
          <p:nvPr/>
        </p:nvSpPr>
        <p:spPr>
          <a:xfrm>
            <a:off x="2104283" y="2133600"/>
            <a:ext cx="7141317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/>
              <a:t>Frontend: </a:t>
            </a:r>
            <a:r>
              <a:rPr lang="en-IN" sz="2000" dirty="0" err="1"/>
              <a:t>React.js</a:t>
            </a:r>
            <a:r>
              <a:rPr lang="en-IN" sz="2000" dirty="0"/>
              <a:t>, Tailwind CSS</a:t>
            </a:r>
          </a:p>
          <a:p>
            <a:r>
              <a:rPr lang="en-IN" sz="2000" dirty="0"/>
              <a:t>Backend: Node.js, </a:t>
            </a:r>
            <a:r>
              <a:rPr lang="en-IN" sz="2000" dirty="0" err="1"/>
              <a:t>Express.js</a:t>
            </a:r>
            <a:endParaRPr lang="en-IN" sz="2000" dirty="0"/>
          </a:p>
          <a:p>
            <a:r>
              <a:rPr lang="en-IN" sz="2000" dirty="0"/>
              <a:t>Database: MongoDB</a:t>
            </a:r>
          </a:p>
          <a:p>
            <a:r>
              <a:rPr lang="en-IN" sz="2000" dirty="0"/>
              <a:t>Authentication: JWT / OAuth</a:t>
            </a:r>
          </a:p>
        </p:txBody>
      </p:sp>
    </p:spTree>
    <p:extLst>
      <p:ext uri="{BB962C8B-B14F-4D97-AF65-F5344CB8AC3E}">
        <p14:creationId xmlns:p14="http://schemas.microsoft.com/office/powerpoint/2010/main" val="544491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B447D-77FF-E3B2-7F9E-29F2518FC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E0EAA-EE5B-EB3F-E2B8-130761F2F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Features (User Side)</a:t>
            </a:r>
          </a:p>
          <a:p>
            <a:r>
              <a:rPr lang="en-IN" dirty="0"/>
              <a:t>User Authentication (Login/Signup)</a:t>
            </a:r>
          </a:p>
          <a:p>
            <a:r>
              <a:rPr lang="en-IN" dirty="0"/>
              <a:t>Product Browsing &amp; Search</a:t>
            </a:r>
          </a:p>
          <a:p>
            <a:r>
              <a:rPr lang="en-IN" dirty="0"/>
              <a:t>Add to Cart / Wishlist</a:t>
            </a:r>
          </a:p>
          <a:p>
            <a:r>
              <a:rPr lang="en-IN" dirty="0"/>
              <a:t>Secure Checkout (Stripe/PayPal integration)</a:t>
            </a:r>
          </a:p>
          <a:p>
            <a:r>
              <a:rPr lang="en-IN" dirty="0"/>
              <a:t>Order Tracking &amp; Invoice</a:t>
            </a:r>
          </a:p>
        </p:txBody>
      </p:sp>
    </p:spTree>
    <p:extLst>
      <p:ext uri="{BB962C8B-B14F-4D97-AF65-F5344CB8AC3E}">
        <p14:creationId xmlns:p14="http://schemas.microsoft.com/office/powerpoint/2010/main" val="4233679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6AFD431-09B7-42CA-BF39-9FE5DBE5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905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11C96E-3D2D-48C8-AAB9-C1CB02D1D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883097" y="0"/>
            <a:ext cx="5018799" cy="6853245"/>
            <a:chOff x="2487613" y="285750"/>
            <a:chExt cx="2428876" cy="5654676"/>
          </a:xfrm>
          <a:solidFill>
            <a:schemeClr val="tx2">
              <a:lumMod val="90000"/>
            </a:schemeClr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D18AF42-7CD5-4754-91D4-1BE53B5D1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28C8F1A-9407-4D67-8250-D8923BC6D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CE0A2B0-F7F1-442C-A287-CD6F729E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E69CFA3-AE12-4EAF-A3A1-564BEEFEF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ECB64037-2AE8-4CA9-AD8E-7ACC8618F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D319B10-EE8E-453F-A137-D7EEFA208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283F486-509C-4A42-8EED-794A991D2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BBFBB12-E756-4386-9C17-CA5743838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ADD0E7E-F4A6-4B3F-8A2F-BCBFAFBA2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19FCFB7-5E71-4197-8EC7-2ACB6DB02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AA533FE-4903-48DD-A921-421A9C44A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4CC5D8E-0D6C-4021-B84E-5D6182C0E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Freeform 6">
            <a:extLst>
              <a:ext uri="{FF2B5EF4-FFF2-40B4-BE49-F238E27FC236}">
                <a16:creationId xmlns:a16="http://schemas.microsoft.com/office/drawing/2014/main" id="{E7D63BAB-D0DB-4F66-92F9-4D2E0A2E5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643468"/>
            <a:ext cx="6142699" cy="5571066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CDCA3-52CB-422F-8FC7-6C535B98B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14" y="1286934"/>
            <a:ext cx="4300104" cy="42841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97011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Metadata/LabelInfo.xml><?xml version="1.0" encoding="utf-8"?>
<clbl:labelList xmlns:clbl="http://schemas.microsoft.com/office/2020/mipLabelMetadata">
  <clbl:label id="{58d84362-1b1e-41fa-9f4a-001d35549470}" enabled="1" method="Standard" siteId="{db8e2f82-8a37-4c09-b7de-ed06547b5a20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93</Words>
  <Application>Microsoft Macintosh PowerPoint</Application>
  <PresentationFormat>A4 Paper (210x297 mm)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Wisp</vt:lpstr>
      <vt:lpstr>E-Commerce Website</vt:lpstr>
      <vt:lpstr>Introduction</vt:lpstr>
      <vt:lpstr>PowerPoint Presentation</vt:lpstr>
      <vt:lpstr>Features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Gupta, Tushar</dc:creator>
  <cp:lastModifiedBy>Gupta, Tushar</cp:lastModifiedBy>
  <cp:revision>2</cp:revision>
  <dcterms:created xsi:type="dcterms:W3CDTF">2025-08-24T15:29:15Z</dcterms:created>
  <dcterms:modified xsi:type="dcterms:W3CDTF">2025-08-24T15:52:48Z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Wisp:8</vt:lpwstr>
  </property>
  <property fmtid="{D5CDD505-2E9C-101B-9397-08002B2CF9AE}" pid="3" name="ClassificationContentMarkingHeaderText">
    <vt:lpwstr>General - Unencrypted</vt:lpwstr>
  </property>
</Properties>
</file>