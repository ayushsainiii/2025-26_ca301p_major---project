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8" r:id="rId3"/>
    <p:sldId id="259" r:id="rId4"/>
    <p:sldId id="264" r:id="rId5"/>
    <p:sldId id="265" r:id="rId6"/>
    <p:sldId id="267" r:id="rId7"/>
    <p:sldId id="263" r:id="rId8"/>
    <p:sldId id="262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5"/>
  </p:normalViewPr>
  <p:slideViewPr>
    <p:cSldViewPr snapToGrid="0">
      <p:cViewPr varScale="1">
        <p:scale>
          <a:sx n="77" d="100"/>
          <a:sy n="77" d="100"/>
        </p:scale>
        <p:origin x="81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36C69-16AC-46B9-83CA-FE1A90B7E581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9CD67-63CC-450C-8CA3-D497F1EB8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3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51B0-1886-A476-963D-C65F4299E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A09DE-9C70-41F8-9D07-C44D7793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6E88-5CCE-2AEB-03CD-8517603D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38906-AFCA-4587-8C71-AEB0D8BD6E88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FA17-AEF2-5839-4B36-12208DA1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BCBE-329D-2C6A-BCF6-2A4EAE5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3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27B5-48C7-BB00-CB56-74CA54B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7CBBD-79C1-0E65-6949-027E3760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BBD0E-5759-DC56-02FF-00C109B6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C092-0F2C-49A2-A929-8BCCC2DB5D15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FE48-D0A8-30DF-F303-AE317AC5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5FEC-CA2C-4AD3-C48E-ED31DE16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3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37AB-515A-5ABA-721A-25D965B5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62FD-826C-BECB-CBB0-42CDC5FC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B465-5276-D7BF-D6CD-FFEB4C3C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66032-D792-49C8-999F-581B87554634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F1B41-CFEA-E89A-A100-EA994F27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1EC94-8A00-F615-EB54-9DE3C46B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351A-82A0-89C5-1042-B948C64F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337A-4E1F-4C0B-5966-EEF9078FF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218AB-14F4-2F2D-311E-2D1D2C2B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94107-207C-F769-F8C5-1AA5188C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4505-F2A4-4B85-A702-7394E5283B54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31B1C-4E03-CA4E-C75D-325B829E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2EF0-A559-26A2-4F4C-3128D846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2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0048-BCB7-8181-DC0C-19596FB6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55BE-8719-9F9B-3B83-6A2DB7DF2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62071-3E0F-3153-736F-0339B86C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ADD61-EE60-902C-7CB2-B4EAA28C9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E76E1-41DC-ECA9-C807-74AC1CA7B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C983E-E81F-A45B-B4C3-64DAB7F8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A31D-8E75-4EC9-AA7D-F0CE4EB670F1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D0367-48FF-0A30-AC47-54B5A5C3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CD79C-8508-76DF-EE6C-5D23F845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8C35-7462-B1A7-07E8-399F784B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B5D29-6A78-3F7B-E289-22D2224D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B66D7-E9F1-4B0B-A302-DA37BBD171A5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CE696-442F-2B4C-754D-6B1191F9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2C6F2-3A2A-701A-936F-398BF6A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38889-F740-7815-17A2-58BDB8CC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E28B-9D3B-4E35-A38C-1860FF2A54C0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5484E-0DB7-B38B-3092-319CBC3E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D1043-E4AA-61E9-2738-55CDE9A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83D0-DDE0-FCF0-2220-C8671F31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F3384-FC31-A4A9-AEF3-C957EC67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B2748-67B6-8E5A-7469-5A3CB3B34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5865-8AE1-4967-121C-74ACC2B2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19D96-C745-47C2-8781-03EBC478532F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C50A2-69BD-607C-0A65-36EAC0E6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F824B-8E73-A093-68C3-1C688C79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3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53FE-C960-BC3B-94AE-131A6C82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D1D2F-B357-5719-6F14-C0F006020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00F00-7D95-2744-32A6-251116275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2CC64-7585-6B8C-9CA7-F3CE2F7A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5DB3-1504-4F10-A506-93A39676F51F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FF051-A395-3330-984C-EDEEA58C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7914-2902-EBED-3710-FCAAF236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3D05-F10E-047E-8809-7F96D4AE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CE18-DC0F-E37D-E935-0251D47E1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1D39-482E-5927-8116-6765E233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D0A1-9FD4-4C9C-8CB6-41CB7E9851B1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2E65-0465-1E8D-0ED8-62B15303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6D1F-DEC9-52F8-F3E5-DFD3606A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5593-8E44-3AC4-BE91-18295078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C1D42-2556-85C5-C065-1FE03D1C5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3C10-BDA6-6715-934F-5674A8B8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5C5E-9189-47B1-A0CC-35E5E9E2A37A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C886-3D8F-8B7D-4A52-4EAE9335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49EBA-EB25-177C-6B90-09B2EA9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3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B844C-EF0F-66AB-E02E-3F3427E8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03FC-D477-DD86-6F3D-3D7D81143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BAE8-73E8-35B4-809F-13135752A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A7548-7CC6-4C45-88FD-E7855597FE7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A882-60A3-0DD5-C23A-0D15C15E6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192A-013A-B21D-9B27-17E4A21D2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2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988" y="1678998"/>
            <a:ext cx="9144001" cy="161013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Major Project -1(CA301P)</a:t>
            </a:r>
            <a:br>
              <a:rPr lang="en-IN" sz="24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Odd Semester</a:t>
            </a:r>
            <a:br>
              <a:rPr lang="en-IN" sz="35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Session - 2025-26</a:t>
            </a:r>
            <a:endParaRPr lang="en-US" sz="3500" b="1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EFE38A-2987-AEC9-33EC-1BC6CB5C10DA}"/>
              </a:ext>
            </a:extLst>
          </p:cNvPr>
          <p:cNvSpPr txBox="1">
            <a:spLocks/>
          </p:cNvSpPr>
          <p:nvPr/>
        </p:nvSpPr>
        <p:spPr>
          <a:xfrm>
            <a:off x="1524000" y="4159645"/>
            <a:ext cx="9144000" cy="138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9288118" y="5483084"/>
            <a:ext cx="2514600" cy="10071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Neelam Rawat</a:t>
            </a:r>
          </a:p>
          <a:p>
            <a:pPr algn="l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Ms. Shruti Aggarwal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5"/>
            <a:ext cx="12192000" cy="1384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5AFC1B-6B9C-B2EC-D5B2-9AA458B419FB}"/>
              </a:ext>
            </a:extLst>
          </p:cNvPr>
          <p:cNvSpPr txBox="1"/>
          <p:nvPr/>
        </p:nvSpPr>
        <p:spPr>
          <a:xfrm>
            <a:off x="3071191" y="4154794"/>
            <a:ext cx="6321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Tanishka Gupta(2400290140216)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Shipra Upadhyay(2400290140194)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Sonam Dobriyal(2400290140208)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Tanisha Jain(2400290140215)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CF653-6526-06FB-0F97-666DDFB63281}"/>
              </a:ext>
            </a:extLst>
          </p:cNvPr>
          <p:cNvSpPr txBox="1"/>
          <p:nvPr/>
        </p:nvSpPr>
        <p:spPr>
          <a:xfrm>
            <a:off x="2156790" y="3429000"/>
            <a:ext cx="75574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Self-</a:t>
            </a:r>
            <a:r>
              <a:rPr lang="en-I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Platform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7FC7F-EA9F-C931-F3B3-ABB91D3E888E}"/>
              </a:ext>
            </a:extLst>
          </p:cNvPr>
          <p:cNvSpPr txBox="1"/>
          <p:nvPr/>
        </p:nvSpPr>
        <p:spPr>
          <a:xfrm>
            <a:off x="496957" y="5344280"/>
            <a:ext cx="368079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Incharge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Amit Kumar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Shalika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Saurabh Chaudhary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Mahima Tayal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6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B10E-8EA8-8A5A-1AD2-55FFE3D69A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DA132-56C1-4C59-9E1B-A1313C5C343F}"/>
              </a:ext>
            </a:extLst>
          </p:cNvPr>
          <p:cNvSpPr txBox="1"/>
          <p:nvPr/>
        </p:nvSpPr>
        <p:spPr>
          <a:xfrm>
            <a:off x="565483" y="1526963"/>
            <a:ext cx="11061033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safety is becoming a major concern in modern society.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self-defense classes are limited by cost, time, and accessibility.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online tutorials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improper practice.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proposes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web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user poses and 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corrective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learn and practice self-defense techniques at home with just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webcam-enabled device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This project contributes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empowerment, public safety, and digital learning innovation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B6FD48-2FCF-22B6-0C0E-65392B6A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7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5E13-E19A-C116-0318-A510DB51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2AE5-E1B5-98CD-4E74-1513505003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F0AE3-C1B0-9605-952E-C798144A2E3D}"/>
              </a:ext>
            </a:extLst>
          </p:cNvPr>
          <p:cNvSpPr txBox="1"/>
          <p:nvPr/>
        </p:nvSpPr>
        <p:spPr>
          <a:xfrm>
            <a:off x="296779" y="1424378"/>
            <a:ext cx="1105702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pose detection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self-defense movements.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guided training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feedback.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platform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and affordable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requiring no extra equipment.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accuracy and progress.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encourage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practice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preventing incorrect techniques that may cause injuries.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contribute towards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innovation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AI-based safety systems.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2C96B-460D-072E-6811-10C9617D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9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FB13-5350-392B-7510-DF240F38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86BF-2580-4D49-E9A0-8CC1C2B0DF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D2FC1-FE49-EC00-261A-5D29A2B0B30A}"/>
              </a:ext>
            </a:extLst>
          </p:cNvPr>
          <p:cNvSpPr txBox="1"/>
          <p:nvPr/>
        </p:nvSpPr>
        <p:spPr>
          <a:xfrm>
            <a:off x="489857" y="1714499"/>
            <a:ext cx="1059172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</a:p>
          <a:p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detection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+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and intermediate self-defense techniques (punch, block, escape moves).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corrective feedback and scoring.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 with progress tracking.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martial arts or professional-level combat training.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Weapon-based defense techniques.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Psychological/behavioral aspects of defense.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AR/VR or wearables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(reserved for future development).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1FAF6-A950-D0DA-61F8-1C491C9B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7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4749-A153-2CEA-62C5-302C1E53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66E-405A-72CC-3C33-037BADA411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3D87C-505B-0337-541A-F7109AF3E582}"/>
              </a:ext>
            </a:extLst>
          </p:cNvPr>
          <p:cNvSpPr txBox="1"/>
          <p:nvPr/>
        </p:nvSpPr>
        <p:spPr>
          <a:xfrm>
            <a:off x="124397" y="1292053"/>
            <a:ext cx="11943205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methodology - iterative sprints with testing.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Steps Involved: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needs, safety challenges, and training modules.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expert demonstrations and preprocess datasets.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for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defense moves.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responsive frontend (React.js) and backend (Flask/Node.js).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AI model with training modules and feedback system.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accuracy, latency, and user experience.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the platform on cloud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accessibility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955F5B-D102-245D-BE35-196B9B27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7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289F-534B-0588-7FAF-CB3C0B79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B1527-A0C2-2507-5B5B-9C933FF3160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3F7FF-ABFE-F82E-4EE7-B8E83790AA64}"/>
              </a:ext>
            </a:extLst>
          </p:cNvPr>
          <p:cNvSpPr txBox="1"/>
          <p:nvPr/>
        </p:nvSpPr>
        <p:spPr>
          <a:xfrm>
            <a:off x="581597" y="1477023"/>
            <a:ext cx="11943205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 Python 3.10+.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Bootstrap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Firebase.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Frameworks: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Tools/IDE: Visual Studio Code.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BEFB1-6ACB-53DA-2964-C17B7B92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E5E88-A7D1-5C70-8B2C-0EB3B9B5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1599-0A1A-C0EA-3853-7B5048197C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048942-98DE-E8E8-99C0-13E84CCEA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87608"/>
              </p:ext>
            </p:extLst>
          </p:nvPr>
        </p:nvGraphicFramePr>
        <p:xfrm>
          <a:off x="1689652" y="1954087"/>
          <a:ext cx="8113628" cy="371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9628">
                  <a:extLst>
                    <a:ext uri="{9D8B030D-6E8A-4147-A177-3AD203B41FA5}">
                      <a16:colId xmlns:a16="http://schemas.microsoft.com/office/drawing/2014/main" val="30976446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24770907"/>
                    </a:ext>
                  </a:extLst>
                </a:gridCol>
              </a:tblGrid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3867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 – 2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101745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 – 4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95842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&amp; Preprocessing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 – 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40380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 – 8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23447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Testing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938762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Analysis &amp; Visualization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 – 11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426805"/>
                  </a:ext>
                </a:extLst>
              </a:tr>
              <a:tr h="4645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&amp; Presentation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12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0389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6A815A-93AC-5E17-6B5F-0971502E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5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D523-0584-73C5-9415-DE149D8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AACF-5B38-1DB1-4DF4-F8675D1500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F5131-336B-ACE2-1420-7E0A9040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0712B-2358-AD28-C553-B606625B07ED}"/>
              </a:ext>
            </a:extLst>
          </p:cNvPr>
          <p:cNvSpPr txBox="1"/>
          <p:nvPr/>
        </p:nvSpPr>
        <p:spPr>
          <a:xfrm>
            <a:off x="451757" y="1650295"/>
            <a:ext cx="112884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AI-powered self-defense training website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pose detection and feedback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for accuracy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modules that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anyone, anywhere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webcam.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confidence and safety awareness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users.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outcome: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for research paper publication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AI &amp; HCI conferences.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outcome: Possible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filing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AI-based safety training solutions.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Extend the platform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AR/VR integration, wearable sensors, and mobile app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immersive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8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FD71-C651-57DC-8974-542E7219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CAA5-6A8D-2997-9864-10A78C3A6CB9}"/>
              </a:ext>
            </a:extLst>
          </p:cNvPr>
          <p:cNvSpPr txBox="1">
            <a:spLocks/>
          </p:cNvSpPr>
          <p:nvPr/>
        </p:nvSpPr>
        <p:spPr>
          <a:xfrm>
            <a:off x="3173896" y="2862470"/>
            <a:ext cx="5555973" cy="11330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636766-2C41-25BD-7330-27F88C05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4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602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Major Project -1(CA301P) Odd Semester Session - 2025-26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GD7</dc:creator>
  <cp:lastModifiedBy>Shipra Upadhyay</cp:lastModifiedBy>
  <cp:revision>10</cp:revision>
  <dcterms:created xsi:type="dcterms:W3CDTF">2025-08-16T13:47:45Z</dcterms:created>
  <dcterms:modified xsi:type="dcterms:W3CDTF">2025-09-14T18:08:06Z</dcterms:modified>
</cp:coreProperties>
</file>